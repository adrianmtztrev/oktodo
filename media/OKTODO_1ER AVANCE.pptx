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0"/>
  </p:notesMasterIdLst>
  <p:sldIdLst>
    <p:sldId id="256" r:id="rId2"/>
    <p:sldId id="259" r:id="rId3"/>
    <p:sldId id="260" r:id="rId4"/>
    <p:sldId id="258" r:id="rId5"/>
    <p:sldId id="262" r:id="rId6"/>
    <p:sldId id="265" r:id="rId7"/>
    <p:sldId id="309" r:id="rId8"/>
    <p:sldId id="310" r:id="rId9"/>
    <p:sldId id="311" r:id="rId10"/>
    <p:sldId id="312" r:id="rId11"/>
    <p:sldId id="313" r:id="rId12"/>
    <p:sldId id="314" r:id="rId13"/>
    <p:sldId id="261" r:id="rId14"/>
    <p:sldId id="264" r:id="rId15"/>
    <p:sldId id="270" r:id="rId16"/>
    <p:sldId id="263" r:id="rId17"/>
    <p:sldId id="315" r:id="rId18"/>
    <p:sldId id="288" r:id="rId19"/>
  </p:sldIdLst>
  <p:sldSz cx="9144000" cy="5143500" type="screen16x9"/>
  <p:notesSz cx="6858000" cy="9144000"/>
  <p:embeddedFontLst>
    <p:embeddedFont>
      <p:font typeface="Fredoka One" panose="02000000000000000000" pitchFamily="2" charset="0"/>
      <p:regular r:id="rId21"/>
    </p:embeddedFont>
    <p:embeddedFont>
      <p:font typeface="Karla" pitchFamily="2" charset="0"/>
      <p:regular r:id="rId22"/>
      <p:bold r:id="rId23"/>
      <p:italic r:id="rId24"/>
      <p:boldItalic r:id="rId25"/>
    </p:embeddedFont>
    <p:embeddedFont>
      <p:font typeface="Karla Medium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6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EEC410-41FA-493B-B8B8-BD201DC84A42}">
  <a:tblStyle styleId="{D2EEC410-41FA-493B-B8B8-BD201DC84A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5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f09f6a330b_0_1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f09f6a330b_0_1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f09f6a330b_0_1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f09f6a330b_0_1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f09f6a330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f09f6a330b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df837ca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1df837ca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1d3c097be0_8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1d3c097be0_8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1de34046d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1de34046d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1d3c097be0_6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1d3c097be0_6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1d3c097be0_8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1d3c097be0_8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f3b0ed205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f3b0ed205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>
          <a:extLst>
            <a:ext uri="{FF2B5EF4-FFF2-40B4-BE49-F238E27FC236}">
              <a16:creationId xmlns:a16="http://schemas.microsoft.com/office/drawing/2014/main" id="{DDA77394-0255-9739-1B9B-64BF8F9D4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1d3c097be0_6_40:notes">
            <a:extLst>
              <a:ext uri="{FF2B5EF4-FFF2-40B4-BE49-F238E27FC236}">
                <a16:creationId xmlns:a16="http://schemas.microsoft.com/office/drawing/2014/main" id="{7DC3FB2B-252D-3B5F-1349-4A63241E6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1d3c097be0_6_40:notes">
            <a:extLst>
              <a:ext uri="{FF2B5EF4-FFF2-40B4-BE49-F238E27FC236}">
                <a16:creationId xmlns:a16="http://schemas.microsoft.com/office/drawing/2014/main" id="{86FB05A4-165A-F7E7-E8C1-A4EA6CA6B5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515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11d4f3bf491_2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11d4f3bf491_2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707900" y="539325"/>
            <a:ext cx="4436131" cy="4604444"/>
            <a:chOff x="4707900" y="539325"/>
            <a:chExt cx="4436131" cy="4604444"/>
          </a:xfrm>
        </p:grpSpPr>
        <p:sp>
          <p:nvSpPr>
            <p:cNvPr id="10" name="Google Shape;10;p2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846925" y="1448375"/>
            <a:ext cx="74535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442375" y="3510482"/>
            <a:ext cx="4381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87950" y="208355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3909050" y="47079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07275" y="31106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788425" y="1573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0" y="2261496"/>
            <a:ext cx="3916572" cy="2889942"/>
            <a:chOff x="0" y="2261496"/>
            <a:chExt cx="3916572" cy="2889942"/>
          </a:xfrm>
        </p:grpSpPr>
        <p:sp>
          <p:nvSpPr>
            <p:cNvPr id="20" name="Google Shape;20;p3"/>
            <p:cNvSpPr/>
            <p:nvPr/>
          </p:nvSpPr>
          <p:spPr>
            <a:xfrm>
              <a:off x="0" y="2261496"/>
              <a:ext cx="3916572" cy="2889942"/>
            </a:xfrm>
            <a:custGeom>
              <a:avLst/>
              <a:gdLst/>
              <a:ahLst/>
              <a:cxnLst/>
              <a:rect l="l" t="t" r="r" b="b"/>
              <a:pathLst>
                <a:path w="59342" h="43787" extrusionOk="0">
                  <a:moveTo>
                    <a:pt x="46143" y="1"/>
                  </a:moveTo>
                  <a:cubicBezTo>
                    <a:pt x="42123" y="1"/>
                    <a:pt x="38074" y="1706"/>
                    <a:pt x="35160" y="4532"/>
                  </a:cubicBezTo>
                  <a:cubicBezTo>
                    <a:pt x="31528" y="8044"/>
                    <a:pt x="29468" y="13080"/>
                    <a:pt x="25349" y="16009"/>
                  </a:cubicBezTo>
                  <a:cubicBezTo>
                    <a:pt x="23975" y="16983"/>
                    <a:pt x="22201" y="17628"/>
                    <a:pt x="20536" y="17628"/>
                  </a:cubicBezTo>
                  <a:cubicBezTo>
                    <a:pt x="19229" y="17628"/>
                    <a:pt x="17989" y="17231"/>
                    <a:pt x="17062" y="16283"/>
                  </a:cubicBezTo>
                  <a:cubicBezTo>
                    <a:pt x="15693" y="14878"/>
                    <a:pt x="15467" y="12747"/>
                    <a:pt x="15157" y="10794"/>
                  </a:cubicBezTo>
                  <a:cubicBezTo>
                    <a:pt x="14848" y="8854"/>
                    <a:pt x="14205" y="6699"/>
                    <a:pt x="12454" y="5782"/>
                  </a:cubicBezTo>
                  <a:cubicBezTo>
                    <a:pt x="11923" y="5510"/>
                    <a:pt x="11340" y="5388"/>
                    <a:pt x="10749" y="5388"/>
                  </a:cubicBezTo>
                  <a:cubicBezTo>
                    <a:pt x="9762" y="5388"/>
                    <a:pt x="8752" y="5727"/>
                    <a:pt x="7918" y="6270"/>
                  </a:cubicBezTo>
                  <a:cubicBezTo>
                    <a:pt x="6573" y="7139"/>
                    <a:pt x="5608" y="8473"/>
                    <a:pt x="4715" y="9794"/>
                  </a:cubicBezTo>
                  <a:cubicBezTo>
                    <a:pt x="2929" y="12461"/>
                    <a:pt x="1513" y="15259"/>
                    <a:pt x="36" y="18081"/>
                  </a:cubicBezTo>
                  <a:lnTo>
                    <a:pt x="0" y="43727"/>
                  </a:lnTo>
                  <a:lnTo>
                    <a:pt x="39672" y="43786"/>
                  </a:lnTo>
                  <a:cubicBezTo>
                    <a:pt x="44470" y="36940"/>
                    <a:pt x="49268" y="30094"/>
                    <a:pt x="54067" y="23236"/>
                  </a:cubicBezTo>
                  <a:cubicBezTo>
                    <a:pt x="56269" y="20105"/>
                    <a:pt x="58532" y="16771"/>
                    <a:pt x="58865" y="12961"/>
                  </a:cubicBezTo>
                  <a:cubicBezTo>
                    <a:pt x="59341" y="7544"/>
                    <a:pt x="55376" y="2246"/>
                    <a:pt x="50185" y="614"/>
                  </a:cubicBezTo>
                  <a:cubicBezTo>
                    <a:pt x="48872" y="198"/>
                    <a:pt x="47509" y="1"/>
                    <a:pt x="4614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2698631" scaled="0"/>
            </a:gradFill>
            <a:ln w="2286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2261496"/>
              <a:ext cx="3916572" cy="2889942"/>
            </a:xfrm>
            <a:custGeom>
              <a:avLst/>
              <a:gdLst/>
              <a:ahLst/>
              <a:cxnLst/>
              <a:rect l="l" t="t" r="r" b="b"/>
              <a:pathLst>
                <a:path w="59342" h="43787" extrusionOk="0">
                  <a:moveTo>
                    <a:pt x="46143" y="1"/>
                  </a:moveTo>
                  <a:cubicBezTo>
                    <a:pt x="42123" y="1"/>
                    <a:pt x="38074" y="1706"/>
                    <a:pt x="35160" y="4532"/>
                  </a:cubicBezTo>
                  <a:cubicBezTo>
                    <a:pt x="31528" y="8044"/>
                    <a:pt x="29468" y="13080"/>
                    <a:pt x="25349" y="16009"/>
                  </a:cubicBezTo>
                  <a:cubicBezTo>
                    <a:pt x="23975" y="16983"/>
                    <a:pt x="22201" y="17628"/>
                    <a:pt x="20536" y="17628"/>
                  </a:cubicBezTo>
                  <a:cubicBezTo>
                    <a:pt x="19229" y="17628"/>
                    <a:pt x="17989" y="17231"/>
                    <a:pt x="17062" y="16283"/>
                  </a:cubicBezTo>
                  <a:cubicBezTo>
                    <a:pt x="15693" y="14878"/>
                    <a:pt x="15467" y="12747"/>
                    <a:pt x="15157" y="10794"/>
                  </a:cubicBezTo>
                  <a:cubicBezTo>
                    <a:pt x="14848" y="8854"/>
                    <a:pt x="14205" y="6699"/>
                    <a:pt x="12454" y="5782"/>
                  </a:cubicBezTo>
                  <a:cubicBezTo>
                    <a:pt x="11923" y="5510"/>
                    <a:pt x="11340" y="5388"/>
                    <a:pt x="10749" y="5388"/>
                  </a:cubicBezTo>
                  <a:cubicBezTo>
                    <a:pt x="9762" y="5388"/>
                    <a:pt x="8752" y="5727"/>
                    <a:pt x="7918" y="6270"/>
                  </a:cubicBezTo>
                  <a:cubicBezTo>
                    <a:pt x="6573" y="7139"/>
                    <a:pt x="5608" y="8473"/>
                    <a:pt x="4715" y="9794"/>
                  </a:cubicBezTo>
                  <a:cubicBezTo>
                    <a:pt x="2929" y="12461"/>
                    <a:pt x="1513" y="15259"/>
                    <a:pt x="36" y="18081"/>
                  </a:cubicBezTo>
                  <a:lnTo>
                    <a:pt x="0" y="43727"/>
                  </a:lnTo>
                  <a:lnTo>
                    <a:pt x="39672" y="43786"/>
                  </a:lnTo>
                  <a:cubicBezTo>
                    <a:pt x="44470" y="36940"/>
                    <a:pt x="49268" y="30094"/>
                    <a:pt x="54067" y="23236"/>
                  </a:cubicBezTo>
                  <a:cubicBezTo>
                    <a:pt x="56269" y="20105"/>
                    <a:pt x="58532" y="16771"/>
                    <a:pt x="58865" y="12961"/>
                  </a:cubicBezTo>
                  <a:cubicBezTo>
                    <a:pt x="59341" y="7544"/>
                    <a:pt x="55376" y="2246"/>
                    <a:pt x="50185" y="614"/>
                  </a:cubicBezTo>
                  <a:cubicBezTo>
                    <a:pt x="48872" y="198"/>
                    <a:pt x="47509" y="1"/>
                    <a:pt x="46143" y="1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2185100" y="1371150"/>
            <a:ext cx="60012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995225" y="4128300"/>
            <a:ext cx="43809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873600" y="897575"/>
            <a:ext cx="982500" cy="9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/>
          <p:nvPr/>
        </p:nvSpPr>
        <p:spPr>
          <a:xfrm>
            <a:off x="-131328" y="1098083"/>
            <a:ext cx="282148" cy="315759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 rot="5400000">
            <a:off x="82468" y="2010686"/>
            <a:ext cx="3050249" cy="3215271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245100" y="3570282"/>
            <a:ext cx="29484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4924400" y="3570282"/>
            <a:ext cx="29334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 idx="3"/>
          </p:nvPr>
        </p:nvSpPr>
        <p:spPr>
          <a:xfrm>
            <a:off x="1246600" y="3252400"/>
            <a:ext cx="2945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 idx="4"/>
          </p:nvPr>
        </p:nvSpPr>
        <p:spPr>
          <a:xfrm>
            <a:off x="4916900" y="3252400"/>
            <a:ext cx="2948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9" name="Google Shape;39;p5"/>
          <p:cNvGrpSpPr/>
          <p:nvPr/>
        </p:nvGrpSpPr>
        <p:grpSpPr>
          <a:xfrm>
            <a:off x="7146070" y="326"/>
            <a:ext cx="1993342" cy="1891079"/>
            <a:chOff x="7146070" y="326"/>
            <a:chExt cx="1993342" cy="1891079"/>
          </a:xfrm>
        </p:grpSpPr>
        <p:sp>
          <p:nvSpPr>
            <p:cNvPr id="40" name="Google Shape;40;p5"/>
            <p:cNvSpPr/>
            <p:nvPr/>
          </p:nvSpPr>
          <p:spPr>
            <a:xfrm rot="-5400000">
              <a:off x="7197201" y="-50805"/>
              <a:ext cx="1891079" cy="1993342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lt2"/>
            </a:solidFill>
            <a:ln w="228600" cap="flat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 rot="-5400000">
              <a:off x="7197201" y="-50805"/>
              <a:ext cx="1891079" cy="1993342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5"/>
          <p:cNvSpPr/>
          <p:nvPr/>
        </p:nvSpPr>
        <p:spPr>
          <a:xfrm>
            <a:off x="333113" y="335009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8500338" y="44081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 flipH="1">
            <a:off x="98" y="272838"/>
            <a:ext cx="4621164" cy="4870775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7"/>
          <p:cNvGrpSpPr/>
          <p:nvPr/>
        </p:nvGrpSpPr>
        <p:grpSpPr>
          <a:xfrm>
            <a:off x="869050" y="790200"/>
            <a:ext cx="7714350" cy="3867900"/>
            <a:chOff x="716650" y="637800"/>
            <a:chExt cx="7714350" cy="3867900"/>
          </a:xfrm>
        </p:grpSpPr>
        <p:grpSp>
          <p:nvGrpSpPr>
            <p:cNvPr id="57" name="Google Shape;57;p7"/>
            <p:cNvGrpSpPr/>
            <p:nvPr/>
          </p:nvGrpSpPr>
          <p:grpSpPr>
            <a:xfrm>
              <a:off x="716650" y="637800"/>
              <a:ext cx="7714350" cy="3867900"/>
              <a:chOff x="716650" y="637800"/>
              <a:chExt cx="7714350" cy="3867900"/>
            </a:xfrm>
          </p:grpSpPr>
          <p:sp>
            <p:nvSpPr>
              <p:cNvPr id="58" name="Google Shape;58;p7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7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7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61" name="Google Shape;61;p7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7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1602475" y="1833175"/>
            <a:ext cx="5939100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5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113588" y="265280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8695771" y="4604091"/>
            <a:ext cx="260673" cy="29172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1602475" y="1186675"/>
            <a:ext cx="59391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2286445" y="1360275"/>
            <a:ext cx="53916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0" name="Google Shape;70;p8"/>
          <p:cNvSpPr/>
          <p:nvPr/>
        </p:nvSpPr>
        <p:spPr>
          <a:xfrm rot="5400000" flipH="1">
            <a:off x="89807" y="-89917"/>
            <a:ext cx="3322753" cy="350248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 rot="-5400000" flipH="1">
            <a:off x="5731382" y="1730883"/>
            <a:ext cx="3322753" cy="350248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8510250" y="8976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671725" y="155271"/>
            <a:ext cx="185827" cy="207947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293913" y="341549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1044138" y="194956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9"/>
          <p:cNvGrpSpPr/>
          <p:nvPr/>
        </p:nvGrpSpPr>
        <p:grpSpPr>
          <a:xfrm flipH="1">
            <a:off x="75" y="123495"/>
            <a:ext cx="4836713" cy="5020226"/>
            <a:chOff x="4707900" y="539325"/>
            <a:chExt cx="4436131" cy="4604444"/>
          </a:xfrm>
        </p:grpSpPr>
        <p:sp>
          <p:nvSpPr>
            <p:cNvPr id="78" name="Google Shape;78;p9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9"/>
          <p:cNvSpPr/>
          <p:nvPr/>
        </p:nvSpPr>
        <p:spPr>
          <a:xfrm>
            <a:off x="8696395" y="3029527"/>
            <a:ext cx="207350" cy="232054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9"/>
          <p:cNvGrpSpPr/>
          <p:nvPr/>
        </p:nvGrpSpPr>
        <p:grpSpPr>
          <a:xfrm>
            <a:off x="716650" y="637800"/>
            <a:ext cx="7714350" cy="3867900"/>
            <a:chOff x="716650" y="637800"/>
            <a:chExt cx="7714350" cy="3867900"/>
          </a:xfrm>
        </p:grpSpPr>
        <p:grpSp>
          <p:nvGrpSpPr>
            <p:cNvPr id="82" name="Google Shape;82;p9"/>
            <p:cNvGrpSpPr/>
            <p:nvPr/>
          </p:nvGrpSpPr>
          <p:grpSpPr>
            <a:xfrm>
              <a:off x="716650" y="637800"/>
              <a:ext cx="7714350" cy="3867900"/>
              <a:chOff x="716650" y="637800"/>
              <a:chExt cx="7714350" cy="3867900"/>
            </a:xfrm>
          </p:grpSpPr>
          <p:sp>
            <p:nvSpPr>
              <p:cNvPr id="83" name="Google Shape;83;p9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9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9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86" name="Google Shape;86;p9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9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9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737825" y="1612713"/>
            <a:ext cx="56721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ubTitle" idx="1"/>
          </p:nvPr>
        </p:nvSpPr>
        <p:spPr>
          <a:xfrm>
            <a:off x="1737825" y="2433238"/>
            <a:ext cx="56721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/>
            </a:lvl9pPr>
          </a:lstStyle>
          <a:p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7597138" y="448186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2" hasCustomPrompt="1"/>
          </p:nvPr>
        </p:nvSpPr>
        <p:spPr>
          <a:xfrm>
            <a:off x="921239" y="1938315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"/>
          </p:nvPr>
        </p:nvSpPr>
        <p:spPr>
          <a:xfrm>
            <a:off x="1881707" y="2100854"/>
            <a:ext cx="25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3" hasCustomPrompt="1"/>
          </p:nvPr>
        </p:nvSpPr>
        <p:spPr>
          <a:xfrm>
            <a:off x="4753750" y="1938315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4" hasCustomPrompt="1"/>
          </p:nvPr>
        </p:nvSpPr>
        <p:spPr>
          <a:xfrm>
            <a:off x="921239" y="346694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5" hasCustomPrompt="1"/>
          </p:nvPr>
        </p:nvSpPr>
        <p:spPr>
          <a:xfrm>
            <a:off x="4753750" y="346694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6"/>
          </p:nvPr>
        </p:nvSpPr>
        <p:spPr>
          <a:xfrm>
            <a:off x="5714200" y="2100849"/>
            <a:ext cx="2544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7"/>
          </p:nvPr>
        </p:nvSpPr>
        <p:spPr>
          <a:xfrm>
            <a:off x="1881707" y="3611225"/>
            <a:ext cx="2557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8"/>
          </p:nvPr>
        </p:nvSpPr>
        <p:spPr>
          <a:xfrm>
            <a:off x="5714200" y="3611225"/>
            <a:ext cx="2544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9"/>
          </p:nvPr>
        </p:nvSpPr>
        <p:spPr>
          <a:xfrm>
            <a:off x="1884493" y="17086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13"/>
          </p:nvPr>
        </p:nvSpPr>
        <p:spPr>
          <a:xfrm>
            <a:off x="5714207" y="17086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4"/>
          </p:nvPr>
        </p:nvSpPr>
        <p:spPr>
          <a:xfrm>
            <a:off x="1884491" y="3217500"/>
            <a:ext cx="25548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15"/>
          </p:nvPr>
        </p:nvSpPr>
        <p:spPr>
          <a:xfrm>
            <a:off x="5714207" y="32175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7" name="Google Shape;137;p13"/>
          <p:cNvGrpSpPr/>
          <p:nvPr/>
        </p:nvGrpSpPr>
        <p:grpSpPr>
          <a:xfrm>
            <a:off x="-349737" y="4357734"/>
            <a:ext cx="1270989" cy="793909"/>
            <a:chOff x="-349737" y="4357734"/>
            <a:chExt cx="1270989" cy="793909"/>
          </a:xfrm>
        </p:grpSpPr>
        <p:sp>
          <p:nvSpPr>
            <p:cNvPr id="138" name="Google Shape;138;p13"/>
            <p:cNvSpPr/>
            <p:nvPr/>
          </p:nvSpPr>
          <p:spPr>
            <a:xfrm rot="10800000" flipH="1">
              <a:off x="-308999" y="4357734"/>
              <a:ext cx="1230250" cy="793909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rot="10800000" flipH="1">
              <a:off x="-349737" y="4410300"/>
              <a:ext cx="1136175" cy="733200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 rot="-5400000">
            <a:off x="6417983" y="-50208"/>
            <a:ext cx="2670850" cy="2772117"/>
            <a:chOff x="4653747" y="483110"/>
            <a:chExt cx="4490333" cy="4660586"/>
          </a:xfrm>
        </p:grpSpPr>
        <p:sp>
          <p:nvSpPr>
            <p:cNvPr id="141" name="Google Shape;141;p13"/>
            <p:cNvSpPr/>
            <p:nvPr/>
          </p:nvSpPr>
          <p:spPr>
            <a:xfrm>
              <a:off x="4653747" y="483110"/>
              <a:ext cx="4490333" cy="4660586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-601878" y="2660425"/>
            <a:ext cx="1256977" cy="1227202"/>
            <a:chOff x="2180272" y="-464800"/>
            <a:chExt cx="1256977" cy="1227202"/>
          </a:xfrm>
        </p:grpSpPr>
        <p:sp>
          <p:nvSpPr>
            <p:cNvPr id="144" name="Google Shape;144;p13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13"/>
          <p:cNvSpPr/>
          <p:nvPr/>
        </p:nvSpPr>
        <p:spPr>
          <a:xfrm>
            <a:off x="363038" y="12270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3941713" y="447371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1" name="Google Shape;191;p15"/>
          <p:cNvGrpSpPr/>
          <p:nvPr/>
        </p:nvGrpSpPr>
        <p:grpSpPr>
          <a:xfrm>
            <a:off x="-66775" y="4410300"/>
            <a:ext cx="1136175" cy="733200"/>
            <a:chOff x="-67787" y="4410300"/>
            <a:chExt cx="1136175" cy="733200"/>
          </a:xfrm>
        </p:grpSpPr>
        <p:sp>
          <p:nvSpPr>
            <p:cNvPr id="192" name="Google Shape;192;p15"/>
            <p:cNvSpPr/>
            <p:nvPr/>
          </p:nvSpPr>
          <p:spPr>
            <a:xfrm rot="10800000" flipH="1">
              <a:off x="-67787" y="4410300"/>
              <a:ext cx="1136175" cy="733200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lt2"/>
            </a:solidFill>
            <a:ln w="2286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 rot="10800000" flipH="1">
              <a:off x="-67787" y="4410300"/>
              <a:ext cx="1136175" cy="733200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15"/>
          <p:cNvGrpSpPr/>
          <p:nvPr/>
        </p:nvGrpSpPr>
        <p:grpSpPr>
          <a:xfrm rot="10800000">
            <a:off x="8074600" y="0"/>
            <a:ext cx="1136175" cy="733200"/>
            <a:chOff x="-67787" y="4410300"/>
            <a:chExt cx="1136175" cy="733200"/>
          </a:xfrm>
        </p:grpSpPr>
        <p:sp>
          <p:nvSpPr>
            <p:cNvPr id="195" name="Google Shape;195;p15"/>
            <p:cNvSpPr/>
            <p:nvPr/>
          </p:nvSpPr>
          <p:spPr>
            <a:xfrm rot="10800000" flipH="1">
              <a:off x="-67787" y="4410300"/>
              <a:ext cx="1136175" cy="733200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lt2"/>
            </a:solidFill>
            <a:ln w="2286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 rot="10800000" flipH="1">
              <a:off x="-67787" y="4410300"/>
              <a:ext cx="1136175" cy="733200"/>
            </a:xfrm>
            <a:custGeom>
              <a:avLst/>
              <a:gdLst/>
              <a:ahLst/>
              <a:cxnLst/>
              <a:rect l="l" t="t" r="r" b="b"/>
              <a:pathLst>
                <a:path w="45447" h="29328" extrusionOk="0">
                  <a:moveTo>
                    <a:pt x="8752" y="0"/>
                  </a:moveTo>
                  <a:cubicBezTo>
                    <a:pt x="8323" y="536"/>
                    <a:pt x="7918" y="1084"/>
                    <a:pt x="7525" y="1631"/>
                  </a:cubicBezTo>
                  <a:cubicBezTo>
                    <a:pt x="5430" y="4525"/>
                    <a:pt x="3310" y="7465"/>
                    <a:pt x="1941" y="10763"/>
                  </a:cubicBezTo>
                  <a:cubicBezTo>
                    <a:pt x="572" y="14061"/>
                    <a:pt x="0" y="17824"/>
                    <a:pt x="1072" y="21241"/>
                  </a:cubicBezTo>
                  <a:cubicBezTo>
                    <a:pt x="2155" y="24634"/>
                    <a:pt x="4894" y="27468"/>
                    <a:pt x="8263" y="28635"/>
                  </a:cubicBezTo>
                  <a:cubicBezTo>
                    <a:pt x="9664" y="29121"/>
                    <a:pt x="11124" y="29327"/>
                    <a:pt x="12598" y="29327"/>
                  </a:cubicBezTo>
                  <a:cubicBezTo>
                    <a:pt x="14732" y="29327"/>
                    <a:pt x="16894" y="28895"/>
                    <a:pt x="18943" y="28254"/>
                  </a:cubicBezTo>
                  <a:cubicBezTo>
                    <a:pt x="25027" y="26349"/>
                    <a:pt x="30528" y="22634"/>
                    <a:pt x="34564" y="17693"/>
                  </a:cubicBezTo>
                  <a:cubicBezTo>
                    <a:pt x="37624" y="13942"/>
                    <a:pt x="39803" y="9585"/>
                    <a:pt x="42160" y="5382"/>
                  </a:cubicBezTo>
                  <a:cubicBezTo>
                    <a:pt x="43196" y="3548"/>
                    <a:pt x="44256" y="1727"/>
                    <a:pt x="45447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15"/>
          <p:cNvSpPr/>
          <p:nvPr/>
        </p:nvSpPr>
        <p:spPr>
          <a:xfrm rot="-5400000" flipH="1">
            <a:off x="6657723" y="2657126"/>
            <a:ext cx="2420761" cy="2551808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15"/>
          <p:cNvGrpSpPr/>
          <p:nvPr/>
        </p:nvGrpSpPr>
        <p:grpSpPr>
          <a:xfrm>
            <a:off x="8387944" y="2510767"/>
            <a:ext cx="1206195" cy="1177623"/>
            <a:chOff x="2180272" y="-464800"/>
            <a:chExt cx="1256977" cy="1227202"/>
          </a:xfrm>
        </p:grpSpPr>
        <p:sp>
          <p:nvSpPr>
            <p:cNvPr id="199" name="Google Shape;199;p15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6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" name="Google Shape;201;p15"/>
          <p:cNvSpPr/>
          <p:nvPr/>
        </p:nvSpPr>
        <p:spPr>
          <a:xfrm>
            <a:off x="-66787" y="177656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283438" y="34335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6"/>
          <p:cNvGrpSpPr/>
          <p:nvPr/>
        </p:nvGrpSpPr>
        <p:grpSpPr>
          <a:xfrm flipH="1">
            <a:off x="342" y="651959"/>
            <a:ext cx="4327446" cy="4491635"/>
            <a:chOff x="4707900" y="539325"/>
            <a:chExt cx="4436131" cy="4604444"/>
          </a:xfrm>
        </p:grpSpPr>
        <p:sp>
          <p:nvSpPr>
            <p:cNvPr id="205" name="Google Shape;205;p16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16"/>
          <p:cNvSpPr/>
          <p:nvPr/>
        </p:nvSpPr>
        <p:spPr>
          <a:xfrm rot="-5400000">
            <a:off x="7470861" y="-44028"/>
            <a:ext cx="1629042" cy="171716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216600" y="19860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/>
          <p:cNvGrpSpPr/>
          <p:nvPr/>
        </p:nvGrpSpPr>
        <p:grpSpPr>
          <a:xfrm>
            <a:off x="716650" y="637800"/>
            <a:ext cx="7714350" cy="3867900"/>
            <a:chOff x="716650" y="637800"/>
            <a:chExt cx="7714350" cy="3867900"/>
          </a:xfrm>
        </p:grpSpPr>
        <p:grpSp>
          <p:nvGrpSpPr>
            <p:cNvPr id="210" name="Google Shape;210;p16"/>
            <p:cNvGrpSpPr/>
            <p:nvPr/>
          </p:nvGrpSpPr>
          <p:grpSpPr>
            <a:xfrm>
              <a:off x="716650" y="637800"/>
              <a:ext cx="7714350" cy="3867900"/>
              <a:chOff x="716650" y="637800"/>
              <a:chExt cx="7714350" cy="3867900"/>
            </a:xfrm>
          </p:grpSpPr>
          <p:sp>
            <p:nvSpPr>
              <p:cNvPr id="211" name="Google Shape;211;p16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" name="Google Shape;213;p16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214" name="Google Shape;214;p16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6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6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7" name="Google Shape;217;p16"/>
          <p:cNvSpPr txBox="1">
            <a:spLocks noGrp="1"/>
          </p:cNvSpPr>
          <p:nvPr>
            <p:ph type="subTitle" idx="1"/>
          </p:nvPr>
        </p:nvSpPr>
        <p:spPr>
          <a:xfrm>
            <a:off x="1734025" y="1921313"/>
            <a:ext cx="5675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/>
          </p:nvPr>
        </p:nvSpPr>
        <p:spPr>
          <a:xfrm>
            <a:off x="2568675" y="3214313"/>
            <a:ext cx="40068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/>
          <p:nvPr/>
        </p:nvSpPr>
        <p:spPr>
          <a:xfrm rot="5400000">
            <a:off x="89857" y="1730883"/>
            <a:ext cx="3322753" cy="350248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4"/>
          <p:cNvSpPr/>
          <p:nvPr/>
        </p:nvSpPr>
        <p:spPr>
          <a:xfrm rot="-5400000">
            <a:off x="5728732" y="-89917"/>
            <a:ext cx="3322753" cy="3502482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552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24"/>
          <p:cNvSpPr txBox="1">
            <a:spLocks noGrp="1"/>
          </p:cNvSpPr>
          <p:nvPr>
            <p:ph type="subTitle" idx="1"/>
          </p:nvPr>
        </p:nvSpPr>
        <p:spPr>
          <a:xfrm>
            <a:off x="2117612" y="2225083"/>
            <a:ext cx="22995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02" name="Google Shape;302;p24"/>
          <p:cNvSpPr txBox="1">
            <a:spLocks noGrp="1"/>
          </p:cNvSpPr>
          <p:nvPr>
            <p:ph type="title" idx="2"/>
          </p:nvPr>
        </p:nvSpPr>
        <p:spPr>
          <a:xfrm>
            <a:off x="2120114" y="1907200"/>
            <a:ext cx="22971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subTitle" idx="3"/>
          </p:nvPr>
        </p:nvSpPr>
        <p:spPr>
          <a:xfrm>
            <a:off x="2117600" y="3669901"/>
            <a:ext cx="22995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title" idx="4"/>
          </p:nvPr>
        </p:nvSpPr>
        <p:spPr>
          <a:xfrm>
            <a:off x="2117600" y="3352018"/>
            <a:ext cx="22971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type="subTitle" idx="5"/>
          </p:nvPr>
        </p:nvSpPr>
        <p:spPr>
          <a:xfrm>
            <a:off x="5638875" y="2225075"/>
            <a:ext cx="22995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06" name="Google Shape;306;p24"/>
          <p:cNvSpPr txBox="1">
            <a:spLocks noGrp="1"/>
          </p:cNvSpPr>
          <p:nvPr>
            <p:ph type="title" idx="6"/>
          </p:nvPr>
        </p:nvSpPr>
        <p:spPr>
          <a:xfrm>
            <a:off x="5641388" y="1907200"/>
            <a:ext cx="22971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7" name="Google Shape;307;p24"/>
          <p:cNvSpPr txBox="1">
            <a:spLocks noGrp="1"/>
          </p:cNvSpPr>
          <p:nvPr>
            <p:ph type="subTitle" idx="7"/>
          </p:nvPr>
        </p:nvSpPr>
        <p:spPr>
          <a:xfrm>
            <a:off x="5638875" y="3669900"/>
            <a:ext cx="22995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/>
            </a:lvl9pPr>
          </a:lstStyle>
          <a:p>
            <a:endParaRPr/>
          </a:p>
        </p:txBody>
      </p:sp>
      <p:sp>
        <p:nvSpPr>
          <p:cNvPr id="308" name="Google Shape;308;p24"/>
          <p:cNvSpPr txBox="1">
            <a:spLocks noGrp="1"/>
          </p:cNvSpPr>
          <p:nvPr>
            <p:ph type="title" idx="8"/>
          </p:nvPr>
        </p:nvSpPr>
        <p:spPr>
          <a:xfrm>
            <a:off x="5638874" y="3352020"/>
            <a:ext cx="22971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264622" y="2307326"/>
            <a:ext cx="299490" cy="335145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8675197" y="4643613"/>
            <a:ext cx="299490" cy="335145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7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30"/>
          <p:cNvGrpSpPr/>
          <p:nvPr/>
        </p:nvGrpSpPr>
        <p:grpSpPr>
          <a:xfrm flipH="1">
            <a:off x="534" y="2463493"/>
            <a:ext cx="2582016" cy="2679973"/>
            <a:chOff x="4597361" y="424599"/>
            <a:chExt cx="4546603" cy="4719092"/>
          </a:xfrm>
        </p:grpSpPr>
        <p:sp>
          <p:nvSpPr>
            <p:cNvPr id="415" name="Google Shape;415;p30"/>
            <p:cNvSpPr/>
            <p:nvPr/>
          </p:nvSpPr>
          <p:spPr>
            <a:xfrm>
              <a:off x="4597361" y="424599"/>
              <a:ext cx="4546590" cy="4719092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30"/>
          <p:cNvGrpSpPr/>
          <p:nvPr/>
        </p:nvGrpSpPr>
        <p:grpSpPr>
          <a:xfrm rot="10800000" flipH="1">
            <a:off x="5561822" y="-2"/>
            <a:ext cx="3582176" cy="3718089"/>
            <a:chOff x="4707900" y="539325"/>
            <a:chExt cx="4436131" cy="4604444"/>
          </a:xfrm>
        </p:grpSpPr>
        <p:sp>
          <p:nvSpPr>
            <p:cNvPr id="418" name="Google Shape;418;p30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0" name="Google Shape;420;p30"/>
          <p:cNvSpPr txBox="1">
            <a:spLocks noGrp="1"/>
          </p:cNvSpPr>
          <p:nvPr>
            <p:ph type="title"/>
          </p:nvPr>
        </p:nvSpPr>
        <p:spPr>
          <a:xfrm>
            <a:off x="2582550" y="901200"/>
            <a:ext cx="39789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421" name="Google Shape;421;p30"/>
          <p:cNvSpPr txBox="1">
            <a:spLocks noGrp="1"/>
          </p:cNvSpPr>
          <p:nvPr>
            <p:ph type="subTitle" idx="1"/>
          </p:nvPr>
        </p:nvSpPr>
        <p:spPr>
          <a:xfrm>
            <a:off x="2582550" y="1722400"/>
            <a:ext cx="3978900" cy="14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1437600" y="3882075"/>
            <a:ext cx="626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sz="12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_1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/>
          <p:nvPr/>
        </p:nvSpPr>
        <p:spPr>
          <a:xfrm rot="10800000" flipH="1">
            <a:off x="6318670" y="-2"/>
            <a:ext cx="2825405" cy="2977898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1"/>
          <p:cNvSpPr/>
          <p:nvPr/>
        </p:nvSpPr>
        <p:spPr>
          <a:xfrm flipH="1">
            <a:off x="-5" y="2165598"/>
            <a:ext cx="2825405" cy="2977898"/>
          </a:xfrm>
          <a:custGeom>
            <a:avLst/>
            <a:gdLst/>
            <a:ahLst/>
            <a:cxnLst/>
            <a:rect l="l" t="t" r="r" b="b"/>
            <a:pathLst>
              <a:path w="74761" h="78796" extrusionOk="0">
                <a:moveTo>
                  <a:pt x="74760" y="0"/>
                </a:moveTo>
                <a:cubicBezTo>
                  <a:pt x="63711" y="2465"/>
                  <a:pt x="53615" y="9263"/>
                  <a:pt x="47400" y="18752"/>
                </a:cubicBezTo>
                <a:cubicBezTo>
                  <a:pt x="40113" y="29897"/>
                  <a:pt x="38113" y="44017"/>
                  <a:pt x="29981" y="54554"/>
                </a:cubicBezTo>
                <a:cubicBezTo>
                  <a:pt x="23551" y="62853"/>
                  <a:pt x="14015" y="68020"/>
                  <a:pt x="5561" y="74247"/>
                </a:cubicBezTo>
                <a:cubicBezTo>
                  <a:pt x="3656" y="75652"/>
                  <a:pt x="1775" y="77176"/>
                  <a:pt x="1" y="78795"/>
                </a:cubicBezTo>
                <a:lnTo>
                  <a:pt x="74760" y="78795"/>
                </a:lnTo>
                <a:lnTo>
                  <a:pt x="7476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1"/>
          <p:cNvSpPr/>
          <p:nvPr/>
        </p:nvSpPr>
        <p:spPr>
          <a:xfrm>
            <a:off x="170735" y="4436526"/>
            <a:ext cx="299490" cy="335145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SECTION_TITLE_AND_DESCRIPTION_1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32"/>
          <p:cNvGrpSpPr/>
          <p:nvPr/>
        </p:nvGrpSpPr>
        <p:grpSpPr>
          <a:xfrm>
            <a:off x="4707900" y="539325"/>
            <a:ext cx="4436131" cy="4604444"/>
            <a:chOff x="4707900" y="539325"/>
            <a:chExt cx="4436131" cy="4604444"/>
          </a:xfrm>
        </p:grpSpPr>
        <p:sp>
          <p:nvSpPr>
            <p:cNvPr id="429" name="Google Shape;429;p32"/>
            <p:cNvSpPr/>
            <p:nvPr/>
          </p:nvSpPr>
          <p:spPr>
            <a:xfrm>
              <a:off x="4707900" y="539325"/>
              <a:ext cx="4436131" cy="4604444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4905576" y="676300"/>
              <a:ext cx="4238388" cy="4467339"/>
            </a:xfrm>
            <a:custGeom>
              <a:avLst/>
              <a:gdLst/>
              <a:ahLst/>
              <a:cxnLst/>
              <a:rect l="l" t="t" r="r" b="b"/>
              <a:pathLst>
                <a:path w="74761" h="78796" extrusionOk="0">
                  <a:moveTo>
                    <a:pt x="74760" y="0"/>
                  </a:moveTo>
                  <a:cubicBezTo>
                    <a:pt x="63711" y="2465"/>
                    <a:pt x="53615" y="9263"/>
                    <a:pt x="47400" y="18752"/>
                  </a:cubicBezTo>
                  <a:cubicBezTo>
                    <a:pt x="40113" y="29897"/>
                    <a:pt x="38113" y="44017"/>
                    <a:pt x="29981" y="54554"/>
                  </a:cubicBezTo>
                  <a:cubicBezTo>
                    <a:pt x="23551" y="62853"/>
                    <a:pt x="14015" y="68020"/>
                    <a:pt x="5561" y="74247"/>
                  </a:cubicBezTo>
                  <a:cubicBezTo>
                    <a:pt x="3656" y="75652"/>
                    <a:pt x="1775" y="77176"/>
                    <a:pt x="1" y="78795"/>
                  </a:cubicBezTo>
                  <a:lnTo>
                    <a:pt x="74760" y="78795"/>
                  </a:lnTo>
                  <a:lnTo>
                    <a:pt x="74760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32"/>
          <p:cNvSpPr/>
          <p:nvPr/>
        </p:nvSpPr>
        <p:spPr>
          <a:xfrm>
            <a:off x="187950" y="208355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3909050" y="47079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2"/>
          <p:cNvSpPr/>
          <p:nvPr/>
        </p:nvSpPr>
        <p:spPr>
          <a:xfrm>
            <a:off x="8607275" y="31106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4788425" y="157372"/>
            <a:ext cx="235579" cy="263646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●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○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■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●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○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■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●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○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 Medium"/>
              <a:buChar char="■"/>
              <a:defRPr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1" r:id="rId9"/>
    <p:sldLayoutId id="2147483662" r:id="rId10"/>
    <p:sldLayoutId id="2147483670" r:id="rId11"/>
    <p:sldLayoutId id="2147483676" r:id="rId12"/>
    <p:sldLayoutId id="2147483677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36"/>
          <p:cNvGrpSpPr/>
          <p:nvPr/>
        </p:nvGrpSpPr>
        <p:grpSpPr>
          <a:xfrm>
            <a:off x="716650" y="637800"/>
            <a:ext cx="7714350" cy="3867900"/>
            <a:chOff x="716650" y="637800"/>
            <a:chExt cx="7714350" cy="3867900"/>
          </a:xfrm>
        </p:grpSpPr>
        <p:sp>
          <p:nvSpPr>
            <p:cNvPr id="446" name="Google Shape;446;p36"/>
            <p:cNvSpPr/>
            <p:nvPr/>
          </p:nvSpPr>
          <p:spPr>
            <a:xfrm>
              <a:off x="716650" y="963600"/>
              <a:ext cx="7713900" cy="3542100"/>
            </a:xfrm>
            <a:prstGeom prst="rect">
              <a:avLst/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717100" y="637800"/>
              <a:ext cx="7713900" cy="3303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36"/>
          <p:cNvGrpSpPr/>
          <p:nvPr/>
        </p:nvGrpSpPr>
        <p:grpSpPr>
          <a:xfrm>
            <a:off x="952694" y="3188882"/>
            <a:ext cx="7241813" cy="1104900"/>
            <a:chOff x="908176" y="3090407"/>
            <a:chExt cx="7241813" cy="1104900"/>
          </a:xfrm>
        </p:grpSpPr>
        <p:sp>
          <p:nvSpPr>
            <p:cNvPr id="449" name="Google Shape;449;p36"/>
            <p:cNvSpPr/>
            <p:nvPr/>
          </p:nvSpPr>
          <p:spPr>
            <a:xfrm>
              <a:off x="908176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161330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234319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307164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3800233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453013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525858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5952141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668203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410488" y="3090407"/>
              <a:ext cx="739500" cy="1104900"/>
            </a:xfrm>
            <a:prstGeom prst="parallelogram">
              <a:avLst>
                <a:gd name="adj" fmla="val 5133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36"/>
          <p:cNvGrpSpPr/>
          <p:nvPr/>
        </p:nvGrpSpPr>
        <p:grpSpPr>
          <a:xfrm>
            <a:off x="3844819" y="1256679"/>
            <a:ext cx="1457561" cy="134244"/>
            <a:chOff x="3599100" y="1158250"/>
            <a:chExt cx="1726150" cy="159000"/>
          </a:xfrm>
        </p:grpSpPr>
        <p:sp>
          <p:nvSpPr>
            <p:cNvPr id="460" name="Google Shape;460;p36"/>
            <p:cNvSpPr/>
            <p:nvPr/>
          </p:nvSpPr>
          <p:spPr>
            <a:xfrm>
              <a:off x="359910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4226075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485305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6"/>
          <p:cNvGrpSpPr/>
          <p:nvPr/>
        </p:nvGrpSpPr>
        <p:grpSpPr>
          <a:xfrm>
            <a:off x="187947" y="421025"/>
            <a:ext cx="1256977" cy="1227202"/>
            <a:chOff x="2180272" y="-464800"/>
            <a:chExt cx="1256977" cy="1227202"/>
          </a:xfrm>
        </p:grpSpPr>
        <p:sp>
          <p:nvSpPr>
            <p:cNvPr id="464" name="Google Shape;464;p36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2182475" y="3321182"/>
            <a:ext cx="4901700" cy="840300"/>
            <a:chOff x="2182475" y="3128725"/>
            <a:chExt cx="4901700" cy="840300"/>
          </a:xfrm>
        </p:grpSpPr>
        <p:sp>
          <p:nvSpPr>
            <p:cNvPr id="467" name="Google Shape;467;p36"/>
            <p:cNvSpPr/>
            <p:nvPr/>
          </p:nvSpPr>
          <p:spPr>
            <a:xfrm>
              <a:off x="2182475" y="3128725"/>
              <a:ext cx="4901700" cy="8403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>
              <a:outerShdw dist="76200" dir="2460000" algn="bl" rotWithShape="0">
                <a:schemeClr val="lt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2315925" y="3245150"/>
              <a:ext cx="4634700" cy="607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" name="Google Shape;469;p36"/>
          <p:cNvSpPr txBox="1">
            <a:spLocks noGrp="1"/>
          </p:cNvSpPr>
          <p:nvPr>
            <p:ph type="ctrTitle"/>
          </p:nvPr>
        </p:nvSpPr>
        <p:spPr>
          <a:xfrm>
            <a:off x="846925" y="1248937"/>
            <a:ext cx="7453500" cy="18617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Propuesta de Proyecto</a:t>
            </a:r>
            <a:br>
              <a:rPr lang="es-MX" dirty="0"/>
            </a:br>
            <a:r>
              <a:rPr lang="es-MX" sz="3200" dirty="0"/>
              <a:t>Programación de sistemas Móviles</a:t>
            </a:r>
            <a:endParaRPr dirty="0"/>
          </a:p>
        </p:txBody>
      </p:sp>
      <p:sp>
        <p:nvSpPr>
          <p:cNvPr id="470" name="Google Shape;470;p36"/>
          <p:cNvSpPr txBox="1">
            <a:spLocks noGrp="1"/>
          </p:cNvSpPr>
          <p:nvPr>
            <p:ph type="subTitle" idx="1"/>
          </p:nvPr>
        </p:nvSpPr>
        <p:spPr>
          <a:xfrm>
            <a:off x="2442375" y="3510482"/>
            <a:ext cx="4381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B</a:t>
            </a:r>
            <a:r>
              <a:rPr lang="en" dirty="0"/>
              <a:t>y: Adrian Martinez Treviño,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Fátima Salazar Loyola</a:t>
            </a:r>
            <a:endParaRPr dirty="0"/>
          </a:p>
        </p:txBody>
      </p:sp>
      <p:grpSp>
        <p:nvGrpSpPr>
          <p:cNvPr id="471" name="Google Shape;471;p36"/>
          <p:cNvGrpSpPr/>
          <p:nvPr/>
        </p:nvGrpSpPr>
        <p:grpSpPr>
          <a:xfrm rot="1124476">
            <a:off x="161859" y="4051655"/>
            <a:ext cx="3002061" cy="1104891"/>
            <a:chOff x="419375" y="2109025"/>
            <a:chExt cx="1137975" cy="418825"/>
          </a:xfrm>
        </p:grpSpPr>
        <p:sp>
          <p:nvSpPr>
            <p:cNvPr id="472" name="Google Shape;472;p36"/>
            <p:cNvSpPr/>
            <p:nvPr/>
          </p:nvSpPr>
          <p:spPr>
            <a:xfrm>
              <a:off x="434575" y="2109025"/>
              <a:ext cx="1122775" cy="418825"/>
            </a:xfrm>
            <a:custGeom>
              <a:avLst/>
              <a:gdLst/>
              <a:ahLst/>
              <a:cxnLst/>
              <a:rect l="l" t="t" r="r" b="b"/>
              <a:pathLst>
                <a:path w="44911" h="16753" extrusionOk="0">
                  <a:moveTo>
                    <a:pt x="393" y="0"/>
                  </a:moveTo>
                  <a:cubicBezTo>
                    <a:pt x="179" y="0"/>
                    <a:pt x="0" y="179"/>
                    <a:pt x="0" y="393"/>
                  </a:cubicBezTo>
                  <a:lnTo>
                    <a:pt x="0" y="16359"/>
                  </a:lnTo>
                  <a:cubicBezTo>
                    <a:pt x="0" y="16574"/>
                    <a:pt x="179" y="16752"/>
                    <a:pt x="393" y="16752"/>
                  </a:cubicBezTo>
                  <a:lnTo>
                    <a:pt x="44518" y="16752"/>
                  </a:lnTo>
                  <a:cubicBezTo>
                    <a:pt x="44732" y="16752"/>
                    <a:pt x="44911" y="16574"/>
                    <a:pt x="44911" y="16359"/>
                  </a:cubicBezTo>
                  <a:lnTo>
                    <a:pt x="44911" y="393"/>
                  </a:lnTo>
                  <a:cubicBezTo>
                    <a:pt x="44911" y="179"/>
                    <a:pt x="44732" y="0"/>
                    <a:pt x="44518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419375" y="2109025"/>
              <a:ext cx="1098675" cy="418825"/>
            </a:xfrm>
            <a:custGeom>
              <a:avLst/>
              <a:gdLst/>
              <a:ahLst/>
              <a:cxnLst/>
              <a:rect l="l" t="t" r="r" b="b"/>
              <a:pathLst>
                <a:path w="43947" h="16753" extrusionOk="0">
                  <a:moveTo>
                    <a:pt x="394" y="0"/>
                  </a:moveTo>
                  <a:cubicBezTo>
                    <a:pt x="180" y="0"/>
                    <a:pt x="1" y="179"/>
                    <a:pt x="1" y="393"/>
                  </a:cubicBezTo>
                  <a:lnTo>
                    <a:pt x="1" y="16359"/>
                  </a:lnTo>
                  <a:cubicBezTo>
                    <a:pt x="1" y="16574"/>
                    <a:pt x="180" y="16752"/>
                    <a:pt x="394" y="16752"/>
                  </a:cubicBezTo>
                  <a:lnTo>
                    <a:pt x="43554" y="16752"/>
                  </a:lnTo>
                  <a:cubicBezTo>
                    <a:pt x="43780" y="16752"/>
                    <a:pt x="43947" y="16574"/>
                    <a:pt x="43947" y="16359"/>
                  </a:cubicBezTo>
                  <a:lnTo>
                    <a:pt x="43947" y="393"/>
                  </a:lnTo>
                  <a:cubicBezTo>
                    <a:pt x="43947" y="179"/>
                    <a:pt x="43780" y="0"/>
                    <a:pt x="43554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700075" y="2428400"/>
              <a:ext cx="522125" cy="55400"/>
            </a:xfrm>
            <a:custGeom>
              <a:avLst/>
              <a:gdLst/>
              <a:ahLst/>
              <a:cxnLst/>
              <a:rect l="l" t="t" r="r" b="b"/>
              <a:pathLst>
                <a:path w="20885" h="2216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lnTo>
                    <a:pt x="1" y="2037"/>
                  </a:lnTo>
                  <a:cubicBezTo>
                    <a:pt x="1" y="2132"/>
                    <a:pt x="84" y="2215"/>
                    <a:pt x="179" y="2215"/>
                  </a:cubicBezTo>
                  <a:lnTo>
                    <a:pt x="20694" y="2215"/>
                  </a:lnTo>
                  <a:cubicBezTo>
                    <a:pt x="20801" y="2215"/>
                    <a:pt x="20884" y="2132"/>
                    <a:pt x="20884" y="2037"/>
                  </a:cubicBezTo>
                  <a:lnTo>
                    <a:pt x="20884" y="179"/>
                  </a:lnTo>
                  <a:cubicBezTo>
                    <a:pt x="20884" y="72"/>
                    <a:pt x="20801" y="1"/>
                    <a:pt x="2069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467000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58755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4"/>
                  </a:cubicBezTo>
                  <a:lnTo>
                    <a:pt x="2216" y="191"/>
                  </a:lnTo>
                  <a:cubicBezTo>
                    <a:pt x="2216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66525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742950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6" y="2132"/>
                    <a:pt x="2226" y="2024"/>
                  </a:cubicBezTo>
                  <a:lnTo>
                    <a:pt x="2226" y="191"/>
                  </a:lnTo>
                  <a:cubicBezTo>
                    <a:pt x="2226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820625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6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4"/>
                  </a:cubicBezTo>
                  <a:lnTo>
                    <a:pt x="2227" y="191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898325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2" y="0"/>
                  </a:moveTo>
                  <a:cubicBezTo>
                    <a:pt x="95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43" y="2215"/>
                    <a:pt x="2227" y="2132"/>
                    <a:pt x="2227" y="2024"/>
                  </a:cubicBezTo>
                  <a:lnTo>
                    <a:pt x="2227" y="191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97630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1054000" y="22486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1131675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1209375" y="22486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1287050" y="22486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467000" y="2248325"/>
              <a:ext cx="95275" cy="55675"/>
            </a:xfrm>
            <a:custGeom>
              <a:avLst/>
              <a:gdLst/>
              <a:ahLst/>
              <a:cxnLst/>
              <a:rect l="l" t="t" r="r" b="b"/>
              <a:pathLst>
                <a:path w="3811" h="2227" extrusionOk="0">
                  <a:moveTo>
                    <a:pt x="251" y="0"/>
                  </a:moveTo>
                  <a:cubicBezTo>
                    <a:pt x="108" y="0"/>
                    <a:pt x="1" y="119"/>
                    <a:pt x="1" y="262"/>
                  </a:cubicBezTo>
                  <a:lnTo>
                    <a:pt x="1" y="1977"/>
                  </a:lnTo>
                  <a:cubicBezTo>
                    <a:pt x="1" y="2108"/>
                    <a:pt x="108" y="2227"/>
                    <a:pt x="251" y="2227"/>
                  </a:cubicBezTo>
                  <a:lnTo>
                    <a:pt x="3549" y="2227"/>
                  </a:lnTo>
                  <a:cubicBezTo>
                    <a:pt x="3692" y="2227"/>
                    <a:pt x="3811" y="2108"/>
                    <a:pt x="3811" y="1977"/>
                  </a:cubicBezTo>
                  <a:lnTo>
                    <a:pt x="3811" y="262"/>
                  </a:lnTo>
                  <a:cubicBezTo>
                    <a:pt x="3811" y="119"/>
                    <a:pt x="3692" y="0"/>
                    <a:pt x="3549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544700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622375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700075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777775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2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855450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37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44" y="1"/>
                    <a:pt x="2037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933150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3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15"/>
                    <a:pt x="203" y="2215"/>
                  </a:cubicBezTo>
                  <a:lnTo>
                    <a:pt x="2036" y="2215"/>
                  </a:lnTo>
                  <a:cubicBezTo>
                    <a:pt x="2143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43" y="1"/>
                    <a:pt x="2036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1011125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1088825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1166500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1244200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1321875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1399875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467000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544700" y="23385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4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622375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1"/>
                    <a:pt x="2216" y="2024"/>
                  </a:cubicBezTo>
                  <a:lnTo>
                    <a:pt x="2216" y="191"/>
                  </a:lnTo>
                  <a:cubicBezTo>
                    <a:pt x="2216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6"/>
            <p:cNvSpPr/>
            <p:nvPr/>
          </p:nvSpPr>
          <p:spPr>
            <a:xfrm>
              <a:off x="467000" y="2428400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544700" y="2428400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622375" y="2428400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700075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777775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2" y="0"/>
                  </a:moveTo>
                  <a:cubicBezTo>
                    <a:pt x="95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31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855450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37" y="2215"/>
                  </a:lnTo>
                  <a:cubicBezTo>
                    <a:pt x="2144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933150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5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95" y="2215"/>
                    <a:pt x="203" y="2215"/>
                  </a:cubicBezTo>
                  <a:lnTo>
                    <a:pt x="2036" y="2215"/>
                  </a:lnTo>
                  <a:cubicBezTo>
                    <a:pt x="2143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1011125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1088825" y="23385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1166500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1244200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1321875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1377550" y="2248325"/>
              <a:ext cx="77700" cy="145575"/>
            </a:xfrm>
            <a:custGeom>
              <a:avLst/>
              <a:gdLst/>
              <a:ahLst/>
              <a:cxnLst/>
              <a:rect l="l" t="t" r="r" b="b"/>
              <a:pathLst>
                <a:path w="3108" h="5823" extrusionOk="0">
                  <a:moveTo>
                    <a:pt x="655" y="0"/>
                  </a:moveTo>
                  <a:cubicBezTo>
                    <a:pt x="286" y="0"/>
                    <a:pt x="0" y="310"/>
                    <a:pt x="0" y="691"/>
                  </a:cubicBezTo>
                  <a:lnTo>
                    <a:pt x="0" y="1667"/>
                  </a:lnTo>
                  <a:cubicBezTo>
                    <a:pt x="0" y="2048"/>
                    <a:pt x="286" y="2358"/>
                    <a:pt x="655" y="2358"/>
                  </a:cubicBezTo>
                  <a:lnTo>
                    <a:pt x="893" y="2358"/>
                  </a:lnTo>
                  <a:lnTo>
                    <a:pt x="893" y="4965"/>
                  </a:lnTo>
                  <a:cubicBezTo>
                    <a:pt x="893" y="5442"/>
                    <a:pt x="1250" y="5823"/>
                    <a:pt x="1703" y="5823"/>
                  </a:cubicBezTo>
                  <a:lnTo>
                    <a:pt x="2298" y="5823"/>
                  </a:lnTo>
                  <a:cubicBezTo>
                    <a:pt x="2739" y="5823"/>
                    <a:pt x="3108" y="5442"/>
                    <a:pt x="3108" y="4965"/>
                  </a:cubicBezTo>
                  <a:lnTo>
                    <a:pt x="3108" y="1667"/>
                  </a:lnTo>
                  <a:lnTo>
                    <a:pt x="3108" y="1560"/>
                  </a:lnTo>
                  <a:lnTo>
                    <a:pt x="3108" y="691"/>
                  </a:lnTo>
                  <a:cubicBezTo>
                    <a:pt x="3108" y="310"/>
                    <a:pt x="2822" y="0"/>
                    <a:pt x="2453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1244200" y="2428400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1321875" y="2428400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1399875" y="2428400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700075" y="2420675"/>
              <a:ext cx="522125" cy="55675"/>
            </a:xfrm>
            <a:custGeom>
              <a:avLst/>
              <a:gdLst/>
              <a:ahLst/>
              <a:cxnLst/>
              <a:rect l="l" t="t" r="r" b="b"/>
              <a:pathLst>
                <a:path w="20885" h="2227" extrusionOk="0">
                  <a:moveTo>
                    <a:pt x="179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48"/>
                  </a:lnTo>
                  <a:cubicBezTo>
                    <a:pt x="1" y="2143"/>
                    <a:pt x="84" y="2227"/>
                    <a:pt x="179" y="2227"/>
                  </a:cubicBezTo>
                  <a:lnTo>
                    <a:pt x="20694" y="2227"/>
                  </a:lnTo>
                  <a:cubicBezTo>
                    <a:pt x="20801" y="2227"/>
                    <a:pt x="20884" y="2143"/>
                    <a:pt x="20884" y="2048"/>
                  </a:cubicBezTo>
                  <a:lnTo>
                    <a:pt x="20884" y="191"/>
                  </a:lnTo>
                  <a:cubicBezTo>
                    <a:pt x="20884" y="83"/>
                    <a:pt x="20801" y="0"/>
                    <a:pt x="2069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467000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58755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66525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742950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6" y="2132"/>
                    <a:pt x="2226" y="2025"/>
                  </a:cubicBezTo>
                  <a:lnTo>
                    <a:pt x="2226" y="191"/>
                  </a:lnTo>
                  <a:cubicBezTo>
                    <a:pt x="2226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820625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898325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202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43" y="2227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97630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054000" y="2240875"/>
              <a:ext cx="55375" cy="55700"/>
            </a:xfrm>
            <a:custGeom>
              <a:avLst/>
              <a:gdLst/>
              <a:ahLst/>
              <a:cxnLst/>
              <a:rect l="l" t="t" r="r" b="b"/>
              <a:pathLst>
                <a:path w="2215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1131675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1209375" y="2240875"/>
              <a:ext cx="55375" cy="55700"/>
            </a:xfrm>
            <a:custGeom>
              <a:avLst/>
              <a:gdLst/>
              <a:ahLst/>
              <a:cxnLst/>
              <a:rect l="l" t="t" r="r" b="b"/>
              <a:pathLst>
                <a:path w="2215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287050" y="2240875"/>
              <a:ext cx="55700" cy="55700"/>
            </a:xfrm>
            <a:custGeom>
              <a:avLst/>
              <a:gdLst/>
              <a:ahLst/>
              <a:cxnLst/>
              <a:rect l="l" t="t" r="r" b="b"/>
              <a:pathLst>
                <a:path w="2228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467000" y="2240875"/>
              <a:ext cx="95275" cy="55700"/>
            </a:xfrm>
            <a:custGeom>
              <a:avLst/>
              <a:gdLst/>
              <a:ahLst/>
              <a:cxnLst/>
              <a:rect l="l" t="t" r="r" b="b"/>
              <a:pathLst>
                <a:path w="3811" h="2228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lnTo>
                    <a:pt x="1" y="1965"/>
                  </a:lnTo>
                  <a:cubicBezTo>
                    <a:pt x="1" y="2108"/>
                    <a:pt x="108" y="2227"/>
                    <a:pt x="251" y="2227"/>
                  </a:cubicBezTo>
                  <a:lnTo>
                    <a:pt x="3549" y="2227"/>
                  </a:lnTo>
                  <a:cubicBezTo>
                    <a:pt x="3692" y="2227"/>
                    <a:pt x="3811" y="2108"/>
                    <a:pt x="3811" y="1965"/>
                  </a:cubicBezTo>
                  <a:lnTo>
                    <a:pt x="3811" y="251"/>
                  </a:lnTo>
                  <a:cubicBezTo>
                    <a:pt x="3811" y="108"/>
                    <a:pt x="3692" y="1"/>
                    <a:pt x="3549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544700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622375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43"/>
                    <a:pt x="2216" y="2036"/>
                  </a:cubicBezTo>
                  <a:lnTo>
                    <a:pt x="2216" y="203"/>
                  </a:lnTo>
                  <a:cubicBezTo>
                    <a:pt x="2216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700075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777775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2" y="0"/>
                  </a:moveTo>
                  <a:cubicBezTo>
                    <a:pt x="95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31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855450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933150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5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95" y="2227"/>
                    <a:pt x="203" y="2227"/>
                  </a:cubicBezTo>
                  <a:lnTo>
                    <a:pt x="2036" y="2227"/>
                  </a:lnTo>
                  <a:cubicBezTo>
                    <a:pt x="2143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1011125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1088825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1166500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1244200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1321875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1399875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467000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544700" y="23307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622375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2"/>
                    <a:pt x="2216" y="2024"/>
                  </a:cubicBezTo>
                  <a:lnTo>
                    <a:pt x="2216" y="203"/>
                  </a:lnTo>
                  <a:cubicBezTo>
                    <a:pt x="2216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467000" y="24206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544700" y="24206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622375" y="24206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1"/>
                    <a:pt x="2216" y="2024"/>
                  </a:cubicBezTo>
                  <a:lnTo>
                    <a:pt x="2216" y="203"/>
                  </a:lnTo>
                  <a:cubicBezTo>
                    <a:pt x="2216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700075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777775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2" y="0"/>
                  </a:moveTo>
                  <a:cubicBezTo>
                    <a:pt x="95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31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855450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933150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5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95" y="2227"/>
                    <a:pt x="203" y="2227"/>
                  </a:cubicBezTo>
                  <a:lnTo>
                    <a:pt x="2036" y="2227"/>
                  </a:lnTo>
                  <a:cubicBezTo>
                    <a:pt x="2143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1011125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1088825" y="23307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1166500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1244200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1321875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1377550" y="2240875"/>
              <a:ext cx="77700" cy="145575"/>
            </a:xfrm>
            <a:custGeom>
              <a:avLst/>
              <a:gdLst/>
              <a:ahLst/>
              <a:cxnLst/>
              <a:rect l="l" t="t" r="r" b="b"/>
              <a:pathLst>
                <a:path w="3108" h="5823" extrusionOk="0">
                  <a:moveTo>
                    <a:pt x="655" y="1"/>
                  </a:moveTo>
                  <a:cubicBezTo>
                    <a:pt x="286" y="1"/>
                    <a:pt x="0" y="310"/>
                    <a:pt x="0" y="691"/>
                  </a:cubicBezTo>
                  <a:lnTo>
                    <a:pt x="0" y="1668"/>
                  </a:lnTo>
                  <a:cubicBezTo>
                    <a:pt x="0" y="2049"/>
                    <a:pt x="286" y="2358"/>
                    <a:pt x="655" y="2358"/>
                  </a:cubicBezTo>
                  <a:lnTo>
                    <a:pt x="893" y="2358"/>
                  </a:lnTo>
                  <a:lnTo>
                    <a:pt x="893" y="4954"/>
                  </a:lnTo>
                  <a:cubicBezTo>
                    <a:pt x="893" y="5430"/>
                    <a:pt x="1250" y="5823"/>
                    <a:pt x="1703" y="5823"/>
                  </a:cubicBezTo>
                  <a:lnTo>
                    <a:pt x="2298" y="5823"/>
                  </a:lnTo>
                  <a:cubicBezTo>
                    <a:pt x="2739" y="5823"/>
                    <a:pt x="3108" y="5430"/>
                    <a:pt x="3108" y="4954"/>
                  </a:cubicBezTo>
                  <a:lnTo>
                    <a:pt x="3108" y="1668"/>
                  </a:lnTo>
                  <a:lnTo>
                    <a:pt x="3108" y="1560"/>
                  </a:lnTo>
                  <a:lnTo>
                    <a:pt x="3108" y="691"/>
                  </a:lnTo>
                  <a:cubicBezTo>
                    <a:pt x="3108" y="310"/>
                    <a:pt x="2822" y="1"/>
                    <a:pt x="2453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1244200" y="24206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31"/>
                    <a:pt x="2227" y="2024"/>
                  </a:cubicBezTo>
                  <a:lnTo>
                    <a:pt x="2227" y="203"/>
                  </a:lnTo>
                  <a:cubicBezTo>
                    <a:pt x="2227" y="95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1321875" y="24206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1"/>
                    <a:pt x="2227" y="2024"/>
                  </a:cubicBezTo>
                  <a:lnTo>
                    <a:pt x="2227" y="203"/>
                  </a:lnTo>
                  <a:cubicBezTo>
                    <a:pt x="2227" y="95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1399875" y="24206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6"/>
          <p:cNvGrpSpPr/>
          <p:nvPr/>
        </p:nvGrpSpPr>
        <p:grpSpPr>
          <a:xfrm flipH="1">
            <a:off x="7744172" y="3783875"/>
            <a:ext cx="1256977" cy="1227202"/>
            <a:chOff x="2180272" y="-464800"/>
            <a:chExt cx="1256977" cy="1227202"/>
          </a:xfrm>
        </p:grpSpPr>
        <p:sp>
          <p:nvSpPr>
            <p:cNvPr id="563" name="Google Shape;563;p36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565;p36"/>
          <p:cNvGrpSpPr/>
          <p:nvPr/>
        </p:nvGrpSpPr>
        <p:grpSpPr>
          <a:xfrm rot="-2700000" flipH="1">
            <a:off x="7599152" y="258927"/>
            <a:ext cx="1139797" cy="1617797"/>
            <a:chOff x="1801400" y="1718664"/>
            <a:chExt cx="640972" cy="909778"/>
          </a:xfrm>
        </p:grpSpPr>
        <p:sp>
          <p:nvSpPr>
            <p:cNvPr id="566" name="Google Shape;566;p36"/>
            <p:cNvSpPr/>
            <p:nvPr/>
          </p:nvSpPr>
          <p:spPr>
            <a:xfrm>
              <a:off x="2087331" y="1718664"/>
              <a:ext cx="355041" cy="909778"/>
            </a:xfrm>
            <a:custGeom>
              <a:avLst/>
              <a:gdLst/>
              <a:ahLst/>
              <a:cxnLst/>
              <a:rect l="l" t="t" r="r" b="b"/>
              <a:pathLst>
                <a:path w="6180" h="15836" extrusionOk="0">
                  <a:moveTo>
                    <a:pt x="0" y="0"/>
                  </a:moveTo>
                  <a:lnTo>
                    <a:pt x="0" y="15836"/>
                  </a:lnTo>
                  <a:lnTo>
                    <a:pt x="1298" y="15836"/>
                  </a:lnTo>
                  <a:cubicBezTo>
                    <a:pt x="2417" y="15836"/>
                    <a:pt x="3418" y="15383"/>
                    <a:pt x="4251" y="14645"/>
                  </a:cubicBezTo>
                  <a:cubicBezTo>
                    <a:pt x="5525" y="13550"/>
                    <a:pt x="6180" y="11895"/>
                    <a:pt x="6180" y="10216"/>
                  </a:cubicBezTo>
                  <a:lnTo>
                    <a:pt x="6180" y="5608"/>
                  </a:lnTo>
                  <a:cubicBezTo>
                    <a:pt x="6180" y="3929"/>
                    <a:pt x="5525" y="2286"/>
                    <a:pt x="4251" y="1179"/>
                  </a:cubicBezTo>
                  <a:cubicBezTo>
                    <a:pt x="3418" y="441"/>
                    <a:pt x="2417" y="0"/>
                    <a:pt x="1298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1801400" y="1718664"/>
              <a:ext cx="560252" cy="909778"/>
            </a:xfrm>
            <a:custGeom>
              <a:avLst/>
              <a:gdLst/>
              <a:ahLst/>
              <a:cxnLst/>
              <a:rect l="l" t="t" r="r" b="b"/>
              <a:pathLst>
                <a:path w="9752" h="15836" extrusionOk="0">
                  <a:moveTo>
                    <a:pt x="4977" y="0"/>
                  </a:moveTo>
                  <a:cubicBezTo>
                    <a:pt x="2977" y="0"/>
                    <a:pt x="1227" y="1370"/>
                    <a:pt x="751" y="3310"/>
                  </a:cubicBezTo>
                  <a:cubicBezTo>
                    <a:pt x="13" y="6263"/>
                    <a:pt x="1" y="9347"/>
                    <a:pt x="810" y="12561"/>
                  </a:cubicBezTo>
                  <a:cubicBezTo>
                    <a:pt x="1287" y="14490"/>
                    <a:pt x="3037" y="15836"/>
                    <a:pt x="5025" y="15836"/>
                  </a:cubicBezTo>
                  <a:cubicBezTo>
                    <a:pt x="7692" y="15836"/>
                    <a:pt x="9752" y="13443"/>
                    <a:pt x="9323" y="10811"/>
                  </a:cubicBezTo>
                  <a:cubicBezTo>
                    <a:pt x="9002" y="8882"/>
                    <a:pt x="9002" y="6942"/>
                    <a:pt x="9323" y="5013"/>
                  </a:cubicBezTo>
                  <a:cubicBezTo>
                    <a:pt x="9752" y="2382"/>
                    <a:pt x="7692" y="0"/>
                    <a:pt x="5025" y="0"/>
                  </a:cubicBezTo>
                  <a:close/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extrusionOk="0">
                  <a:moveTo>
                    <a:pt x="655" y="0"/>
                  </a:moveTo>
                  <a:lnTo>
                    <a:pt x="655" y="0"/>
                  </a:lnTo>
                  <a:cubicBezTo>
                    <a:pt x="655" y="1"/>
                    <a:pt x="0" y="1894"/>
                    <a:pt x="60" y="4418"/>
                  </a:cubicBezTo>
                  <a:lnTo>
                    <a:pt x="655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fill="none" extrusionOk="0">
                  <a:moveTo>
                    <a:pt x="655" y="0"/>
                  </a:moveTo>
                  <a:cubicBezTo>
                    <a:pt x="655" y="0"/>
                    <a:pt x="0" y="1893"/>
                    <a:pt x="60" y="4418"/>
                  </a:cubicBez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39"/>
          <p:cNvGrpSpPr/>
          <p:nvPr/>
        </p:nvGrpSpPr>
        <p:grpSpPr>
          <a:xfrm>
            <a:off x="2461403" y="214951"/>
            <a:ext cx="6486225" cy="3464478"/>
            <a:chOff x="1944678" y="839576"/>
            <a:chExt cx="6486225" cy="3464478"/>
          </a:xfrm>
        </p:grpSpPr>
        <p:grpSp>
          <p:nvGrpSpPr>
            <p:cNvPr id="623" name="Google Shape;623;p39"/>
            <p:cNvGrpSpPr/>
            <p:nvPr/>
          </p:nvGrpSpPr>
          <p:grpSpPr>
            <a:xfrm>
              <a:off x="1944678" y="839576"/>
              <a:ext cx="6486225" cy="3464478"/>
              <a:chOff x="716650" y="637800"/>
              <a:chExt cx="7714350" cy="3867900"/>
            </a:xfrm>
          </p:grpSpPr>
          <p:sp>
            <p:nvSpPr>
              <p:cNvPr id="624" name="Google Shape;624;p39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9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6" name="Google Shape;626;p39"/>
            <p:cNvGrpSpPr/>
            <p:nvPr/>
          </p:nvGrpSpPr>
          <p:grpSpPr>
            <a:xfrm>
              <a:off x="7636525" y="920633"/>
              <a:ext cx="699000" cy="138300"/>
              <a:chOff x="7189925" y="928775"/>
              <a:chExt cx="699000" cy="138300"/>
            </a:xfrm>
          </p:grpSpPr>
          <p:sp>
            <p:nvSpPr>
              <p:cNvPr id="627" name="Google Shape;627;p39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9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9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0" name="Google Shape;630;p39"/>
          <p:cNvGrpSpPr/>
          <p:nvPr/>
        </p:nvGrpSpPr>
        <p:grpSpPr>
          <a:xfrm>
            <a:off x="1944678" y="839576"/>
            <a:ext cx="6486225" cy="3464478"/>
            <a:chOff x="1944678" y="839576"/>
            <a:chExt cx="6486225" cy="3464478"/>
          </a:xfrm>
        </p:grpSpPr>
        <p:grpSp>
          <p:nvGrpSpPr>
            <p:cNvPr id="631" name="Google Shape;631;p39"/>
            <p:cNvGrpSpPr/>
            <p:nvPr/>
          </p:nvGrpSpPr>
          <p:grpSpPr>
            <a:xfrm>
              <a:off x="1944678" y="839576"/>
              <a:ext cx="6486225" cy="3464478"/>
              <a:chOff x="716650" y="637800"/>
              <a:chExt cx="7714350" cy="3867900"/>
            </a:xfrm>
          </p:grpSpPr>
          <p:sp>
            <p:nvSpPr>
              <p:cNvPr id="632" name="Google Shape;632;p39"/>
              <p:cNvSpPr/>
              <p:nvPr/>
            </p:nvSpPr>
            <p:spPr>
              <a:xfrm>
                <a:off x="716650" y="963600"/>
                <a:ext cx="7713900" cy="35421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9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4" name="Google Shape;634;p39"/>
            <p:cNvGrpSpPr/>
            <p:nvPr/>
          </p:nvGrpSpPr>
          <p:grpSpPr>
            <a:xfrm>
              <a:off x="7636525" y="920633"/>
              <a:ext cx="699000" cy="138300"/>
              <a:chOff x="7189925" y="928775"/>
              <a:chExt cx="699000" cy="138300"/>
            </a:xfrm>
          </p:grpSpPr>
          <p:sp>
            <p:nvSpPr>
              <p:cNvPr id="635" name="Google Shape;635;p39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9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9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8" name="Google Shape;638;p39"/>
          <p:cNvGrpSpPr/>
          <p:nvPr/>
        </p:nvGrpSpPr>
        <p:grpSpPr>
          <a:xfrm>
            <a:off x="580298" y="441602"/>
            <a:ext cx="1569110" cy="1553955"/>
            <a:chOff x="716597" y="637800"/>
            <a:chExt cx="7714403" cy="1734906"/>
          </a:xfrm>
        </p:grpSpPr>
        <p:sp>
          <p:nvSpPr>
            <p:cNvPr id="639" name="Google Shape;639;p39"/>
            <p:cNvSpPr/>
            <p:nvPr/>
          </p:nvSpPr>
          <p:spPr>
            <a:xfrm>
              <a:off x="716597" y="963606"/>
              <a:ext cx="7713900" cy="1409100"/>
            </a:xfrm>
            <a:prstGeom prst="rect">
              <a:avLst/>
            </a:prstGeom>
            <a:solidFill>
              <a:schemeClr val="accent4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717100" y="637800"/>
              <a:ext cx="7713900" cy="3303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39"/>
          <p:cNvSpPr txBox="1">
            <a:spLocks noGrp="1"/>
          </p:cNvSpPr>
          <p:nvPr>
            <p:ph type="ctrTitle"/>
          </p:nvPr>
        </p:nvSpPr>
        <p:spPr>
          <a:xfrm>
            <a:off x="2185100" y="1371150"/>
            <a:ext cx="60012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OKTO</a:t>
            </a:r>
            <a:br>
              <a:rPr lang="es-MX" dirty="0"/>
            </a:br>
            <a:br>
              <a:rPr lang="es-MX" dirty="0"/>
            </a:br>
            <a:endParaRPr dirty="0"/>
          </a:p>
        </p:txBody>
      </p:sp>
      <p:sp>
        <p:nvSpPr>
          <p:cNvPr id="642" name="Google Shape;642;p39"/>
          <p:cNvSpPr txBox="1">
            <a:spLocks noGrp="1"/>
          </p:cNvSpPr>
          <p:nvPr>
            <p:ph type="title" idx="2"/>
          </p:nvPr>
        </p:nvSpPr>
        <p:spPr>
          <a:xfrm>
            <a:off x="873600" y="897575"/>
            <a:ext cx="982500" cy="9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647" name="Google Shape;647;p39"/>
          <p:cNvGrpSpPr/>
          <p:nvPr/>
        </p:nvGrpSpPr>
        <p:grpSpPr>
          <a:xfrm>
            <a:off x="1366823" y="513500"/>
            <a:ext cx="699000" cy="138300"/>
            <a:chOff x="7189925" y="928775"/>
            <a:chExt cx="699000" cy="138300"/>
          </a:xfrm>
        </p:grpSpPr>
        <p:sp>
          <p:nvSpPr>
            <p:cNvPr id="648" name="Google Shape;648;p39"/>
            <p:cNvSpPr/>
            <p:nvPr/>
          </p:nvSpPr>
          <p:spPr>
            <a:xfrm>
              <a:off x="7189925" y="928775"/>
              <a:ext cx="138300" cy="1383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7470275" y="928775"/>
              <a:ext cx="138300" cy="1383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7750625" y="928775"/>
              <a:ext cx="138300" cy="1383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39"/>
          <p:cNvGrpSpPr/>
          <p:nvPr/>
        </p:nvGrpSpPr>
        <p:grpSpPr>
          <a:xfrm rot="-2700000" flipH="1">
            <a:off x="916044" y="3152024"/>
            <a:ext cx="1236790" cy="1755465"/>
            <a:chOff x="1801400" y="1718664"/>
            <a:chExt cx="640972" cy="909778"/>
          </a:xfrm>
        </p:grpSpPr>
        <p:sp>
          <p:nvSpPr>
            <p:cNvPr id="652" name="Google Shape;652;p39"/>
            <p:cNvSpPr/>
            <p:nvPr/>
          </p:nvSpPr>
          <p:spPr>
            <a:xfrm>
              <a:off x="2087331" y="1718664"/>
              <a:ext cx="355041" cy="909778"/>
            </a:xfrm>
            <a:custGeom>
              <a:avLst/>
              <a:gdLst/>
              <a:ahLst/>
              <a:cxnLst/>
              <a:rect l="l" t="t" r="r" b="b"/>
              <a:pathLst>
                <a:path w="6180" h="15836" extrusionOk="0">
                  <a:moveTo>
                    <a:pt x="0" y="0"/>
                  </a:moveTo>
                  <a:lnTo>
                    <a:pt x="0" y="15836"/>
                  </a:lnTo>
                  <a:lnTo>
                    <a:pt x="1298" y="15836"/>
                  </a:lnTo>
                  <a:cubicBezTo>
                    <a:pt x="2417" y="15836"/>
                    <a:pt x="3418" y="15383"/>
                    <a:pt x="4251" y="14645"/>
                  </a:cubicBezTo>
                  <a:cubicBezTo>
                    <a:pt x="5525" y="13550"/>
                    <a:pt x="6180" y="11895"/>
                    <a:pt x="6180" y="10216"/>
                  </a:cubicBezTo>
                  <a:lnTo>
                    <a:pt x="6180" y="5608"/>
                  </a:lnTo>
                  <a:cubicBezTo>
                    <a:pt x="6180" y="3929"/>
                    <a:pt x="5525" y="2286"/>
                    <a:pt x="4251" y="1179"/>
                  </a:cubicBezTo>
                  <a:cubicBezTo>
                    <a:pt x="3418" y="441"/>
                    <a:pt x="2417" y="0"/>
                    <a:pt x="1298" y="0"/>
                  </a:cubicBezTo>
                  <a:close/>
                </a:path>
              </a:pathLst>
            </a:custGeom>
            <a:solidFill>
              <a:schemeClr val="l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1801400" y="1718664"/>
              <a:ext cx="560252" cy="909778"/>
            </a:xfrm>
            <a:custGeom>
              <a:avLst/>
              <a:gdLst/>
              <a:ahLst/>
              <a:cxnLst/>
              <a:rect l="l" t="t" r="r" b="b"/>
              <a:pathLst>
                <a:path w="9752" h="15836" extrusionOk="0">
                  <a:moveTo>
                    <a:pt x="4977" y="0"/>
                  </a:moveTo>
                  <a:cubicBezTo>
                    <a:pt x="2977" y="0"/>
                    <a:pt x="1227" y="1370"/>
                    <a:pt x="751" y="3310"/>
                  </a:cubicBezTo>
                  <a:cubicBezTo>
                    <a:pt x="13" y="6263"/>
                    <a:pt x="1" y="9347"/>
                    <a:pt x="810" y="12561"/>
                  </a:cubicBezTo>
                  <a:cubicBezTo>
                    <a:pt x="1287" y="14490"/>
                    <a:pt x="3037" y="15836"/>
                    <a:pt x="5025" y="15836"/>
                  </a:cubicBezTo>
                  <a:cubicBezTo>
                    <a:pt x="7692" y="15836"/>
                    <a:pt x="9752" y="13443"/>
                    <a:pt x="9323" y="10811"/>
                  </a:cubicBezTo>
                  <a:cubicBezTo>
                    <a:pt x="9002" y="8882"/>
                    <a:pt x="9002" y="6942"/>
                    <a:pt x="9323" y="5013"/>
                  </a:cubicBezTo>
                  <a:cubicBezTo>
                    <a:pt x="9752" y="2382"/>
                    <a:pt x="7692" y="0"/>
                    <a:pt x="5025" y="0"/>
                  </a:cubicBezTo>
                  <a:close/>
                </a:path>
              </a:pathLst>
            </a:custGeom>
            <a:solidFill>
              <a:schemeClr val="accent4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extrusionOk="0">
                  <a:moveTo>
                    <a:pt x="655" y="0"/>
                  </a:moveTo>
                  <a:lnTo>
                    <a:pt x="655" y="0"/>
                  </a:lnTo>
                  <a:cubicBezTo>
                    <a:pt x="655" y="1"/>
                    <a:pt x="0" y="1894"/>
                    <a:pt x="60" y="4418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rgbClr val="BDFFFF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fill="none" extrusionOk="0">
                  <a:moveTo>
                    <a:pt x="655" y="0"/>
                  </a:moveTo>
                  <a:cubicBezTo>
                    <a:pt x="655" y="0"/>
                    <a:pt x="0" y="1893"/>
                    <a:pt x="60" y="4418"/>
                  </a:cubicBez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5843E01B-2F4F-A1B3-FF2C-343A89DCF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767" y="2326846"/>
            <a:ext cx="1916031" cy="191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56" name="Google Shape;656;p39"/>
          <p:cNvGrpSpPr/>
          <p:nvPr/>
        </p:nvGrpSpPr>
        <p:grpSpPr>
          <a:xfrm flipH="1">
            <a:off x="7827794" y="3871342"/>
            <a:ext cx="1206195" cy="1177623"/>
            <a:chOff x="2180272" y="-464800"/>
            <a:chExt cx="1256977" cy="1227202"/>
          </a:xfrm>
        </p:grpSpPr>
        <p:sp>
          <p:nvSpPr>
            <p:cNvPr id="657" name="Google Shape;657;p39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" name="Google Shape;659;p39"/>
          <p:cNvSpPr/>
          <p:nvPr/>
        </p:nvSpPr>
        <p:spPr>
          <a:xfrm>
            <a:off x="1295413" y="24121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210F09-2D72-7FBB-2CBB-7F32EF074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004" y="1187404"/>
            <a:ext cx="2216096" cy="221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C661731-00FE-FA65-8E92-98441E238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474" y="1814684"/>
            <a:ext cx="2638353" cy="197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43" name="Google Shape;643;p39"/>
          <p:cNvGrpSpPr/>
          <p:nvPr/>
        </p:nvGrpSpPr>
        <p:grpSpPr>
          <a:xfrm>
            <a:off x="2680939" y="3949389"/>
            <a:ext cx="4901700" cy="840300"/>
            <a:chOff x="2182475" y="3128725"/>
            <a:chExt cx="4901700" cy="840300"/>
          </a:xfrm>
        </p:grpSpPr>
        <p:sp>
          <p:nvSpPr>
            <p:cNvPr id="644" name="Google Shape;644;p39"/>
            <p:cNvSpPr/>
            <p:nvPr/>
          </p:nvSpPr>
          <p:spPr>
            <a:xfrm>
              <a:off x="2182475" y="3128725"/>
              <a:ext cx="4901700" cy="8403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>
              <a:outerShdw dist="76200" dir="2460000" algn="bl" rotWithShape="0">
                <a:schemeClr val="lt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2315925" y="3245150"/>
              <a:ext cx="4634700" cy="607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39"/>
          <p:cNvSpPr txBox="1">
            <a:spLocks noGrp="1"/>
          </p:cNvSpPr>
          <p:nvPr>
            <p:ph type="subTitle" idx="1"/>
          </p:nvPr>
        </p:nvSpPr>
        <p:spPr>
          <a:xfrm>
            <a:off x="3068189" y="4146692"/>
            <a:ext cx="43809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NUESTRA APP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0"/>
          <p:cNvSpPr txBox="1">
            <a:spLocks noGrp="1"/>
          </p:cNvSpPr>
          <p:nvPr>
            <p:ph type="title"/>
          </p:nvPr>
        </p:nvSpPr>
        <p:spPr>
          <a:xfrm>
            <a:off x="1761220" y="1356703"/>
            <a:ext cx="56721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 qué sirve?</a:t>
            </a:r>
            <a:endParaRPr dirty="0"/>
          </a:p>
        </p:txBody>
      </p:sp>
      <p:sp>
        <p:nvSpPr>
          <p:cNvPr id="665" name="Google Shape;665;p40"/>
          <p:cNvSpPr txBox="1">
            <a:spLocks noGrp="1"/>
          </p:cNvSpPr>
          <p:nvPr>
            <p:ph type="subTitle" idx="1"/>
          </p:nvPr>
        </p:nvSpPr>
        <p:spPr>
          <a:xfrm>
            <a:off x="1737825" y="2433238"/>
            <a:ext cx="56721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Nuestro concepto es una app que sirva para ayudar al usuario a organizar sus objetivos, metas y tareas, esto junto a </a:t>
            </a:r>
            <a:r>
              <a:rPr lang="es-MX" dirty="0" err="1"/>
              <a:t>Okto</a:t>
            </a:r>
            <a:r>
              <a:rPr lang="es-MX" dirty="0"/>
              <a:t>, nuestra mascota motivadora</a:t>
            </a:r>
            <a:endParaRPr dirty="0"/>
          </a:p>
        </p:txBody>
      </p:sp>
      <p:grpSp>
        <p:nvGrpSpPr>
          <p:cNvPr id="666" name="Google Shape;666;p40"/>
          <p:cNvGrpSpPr/>
          <p:nvPr/>
        </p:nvGrpSpPr>
        <p:grpSpPr>
          <a:xfrm flipH="1">
            <a:off x="1761219" y="274192"/>
            <a:ext cx="1206195" cy="1177623"/>
            <a:chOff x="2180272" y="-464800"/>
            <a:chExt cx="1256977" cy="1227202"/>
          </a:xfrm>
        </p:grpSpPr>
        <p:sp>
          <p:nvSpPr>
            <p:cNvPr id="667" name="Google Shape;667;p4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" name="Google Shape;669;p40"/>
          <p:cNvGrpSpPr/>
          <p:nvPr/>
        </p:nvGrpSpPr>
        <p:grpSpPr>
          <a:xfrm>
            <a:off x="120689" y="2903155"/>
            <a:ext cx="1475314" cy="1440367"/>
            <a:chOff x="2180272" y="-464800"/>
            <a:chExt cx="1256977" cy="1227202"/>
          </a:xfrm>
        </p:grpSpPr>
        <p:sp>
          <p:nvSpPr>
            <p:cNvPr id="670" name="Google Shape;670;p4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40"/>
          <p:cNvGrpSpPr/>
          <p:nvPr/>
        </p:nvGrpSpPr>
        <p:grpSpPr>
          <a:xfrm>
            <a:off x="7827794" y="3295092"/>
            <a:ext cx="1206195" cy="1177623"/>
            <a:chOff x="2180272" y="-464800"/>
            <a:chExt cx="1256977" cy="1227202"/>
          </a:xfrm>
        </p:grpSpPr>
        <p:sp>
          <p:nvSpPr>
            <p:cNvPr id="673" name="Google Shape;673;p4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40"/>
          <p:cNvGrpSpPr/>
          <p:nvPr/>
        </p:nvGrpSpPr>
        <p:grpSpPr>
          <a:xfrm>
            <a:off x="7478003" y="729844"/>
            <a:ext cx="784907" cy="155297"/>
            <a:chOff x="7189925" y="928775"/>
            <a:chExt cx="699000" cy="138300"/>
          </a:xfrm>
        </p:grpSpPr>
        <p:sp>
          <p:nvSpPr>
            <p:cNvPr id="676" name="Google Shape;676;p40"/>
            <p:cNvSpPr/>
            <p:nvPr/>
          </p:nvSpPr>
          <p:spPr>
            <a:xfrm>
              <a:off x="7189925" y="928775"/>
              <a:ext cx="138300" cy="138300"/>
            </a:xfrm>
            <a:prstGeom prst="ellipse">
              <a:avLst/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7470275" y="928775"/>
              <a:ext cx="138300" cy="1383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7750625" y="928775"/>
              <a:ext cx="138300" cy="1383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40"/>
          <p:cNvGrpSpPr/>
          <p:nvPr/>
        </p:nvGrpSpPr>
        <p:grpSpPr>
          <a:xfrm>
            <a:off x="3844819" y="1281104"/>
            <a:ext cx="1457561" cy="134244"/>
            <a:chOff x="3599100" y="1158250"/>
            <a:chExt cx="1726150" cy="159000"/>
          </a:xfrm>
        </p:grpSpPr>
        <p:sp>
          <p:nvSpPr>
            <p:cNvPr id="680" name="Google Shape;680;p40"/>
            <p:cNvSpPr/>
            <p:nvPr/>
          </p:nvSpPr>
          <p:spPr>
            <a:xfrm>
              <a:off x="359910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4226075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485305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40"/>
          <p:cNvGrpSpPr/>
          <p:nvPr/>
        </p:nvGrpSpPr>
        <p:grpSpPr>
          <a:xfrm>
            <a:off x="3844819" y="4008854"/>
            <a:ext cx="1457561" cy="134244"/>
            <a:chOff x="3599100" y="1158250"/>
            <a:chExt cx="1726150" cy="159000"/>
          </a:xfrm>
        </p:grpSpPr>
        <p:sp>
          <p:nvSpPr>
            <p:cNvPr id="684" name="Google Shape;684;p40"/>
            <p:cNvSpPr/>
            <p:nvPr/>
          </p:nvSpPr>
          <p:spPr>
            <a:xfrm>
              <a:off x="359910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4226075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4853050" y="1158250"/>
              <a:ext cx="472200" cy="159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38"/>
          <p:cNvGrpSpPr/>
          <p:nvPr/>
        </p:nvGrpSpPr>
        <p:grpSpPr>
          <a:xfrm>
            <a:off x="872200" y="1692315"/>
            <a:ext cx="968100" cy="968100"/>
            <a:chOff x="811900" y="1708600"/>
            <a:chExt cx="968100" cy="968100"/>
          </a:xfrm>
        </p:grpSpPr>
        <p:sp>
          <p:nvSpPr>
            <p:cNvPr id="590" name="Google Shape;590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2" name="Google Shape;592;p38"/>
          <p:cNvGrpSpPr/>
          <p:nvPr/>
        </p:nvGrpSpPr>
        <p:grpSpPr>
          <a:xfrm>
            <a:off x="4704700" y="1692315"/>
            <a:ext cx="968100" cy="968100"/>
            <a:chOff x="811900" y="1708600"/>
            <a:chExt cx="968100" cy="968100"/>
          </a:xfrm>
        </p:grpSpPr>
        <p:sp>
          <p:nvSpPr>
            <p:cNvPr id="593" name="Google Shape;593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5" name="Google Shape;595;p38"/>
          <p:cNvGrpSpPr/>
          <p:nvPr/>
        </p:nvGrpSpPr>
        <p:grpSpPr>
          <a:xfrm>
            <a:off x="872200" y="3217490"/>
            <a:ext cx="968100" cy="968100"/>
            <a:chOff x="811900" y="1708600"/>
            <a:chExt cx="968100" cy="968100"/>
          </a:xfrm>
        </p:grpSpPr>
        <p:sp>
          <p:nvSpPr>
            <p:cNvPr id="596" name="Google Shape;596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38"/>
          <p:cNvGrpSpPr/>
          <p:nvPr/>
        </p:nvGrpSpPr>
        <p:grpSpPr>
          <a:xfrm>
            <a:off x="4704700" y="3217490"/>
            <a:ext cx="968100" cy="968100"/>
            <a:chOff x="811900" y="1708600"/>
            <a:chExt cx="968100" cy="968100"/>
          </a:xfrm>
        </p:grpSpPr>
        <p:sp>
          <p:nvSpPr>
            <p:cNvPr id="599" name="Google Shape;599;p38"/>
            <p:cNvSpPr/>
            <p:nvPr/>
          </p:nvSpPr>
          <p:spPr>
            <a:xfrm>
              <a:off x="811900" y="1708600"/>
              <a:ext cx="968100" cy="968100"/>
            </a:xfrm>
            <a:prstGeom prst="roundRect">
              <a:avLst>
                <a:gd name="adj" fmla="val 22963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820000" algn="bl" rotWithShape="0">
                <a:schemeClr val="lt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913425" y="1810125"/>
              <a:ext cx="765000" cy="765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1" name="Google Shape;601;p3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Objetivos de la app</a:t>
            </a:r>
            <a:endParaRPr dirty="0"/>
          </a:p>
        </p:txBody>
      </p:sp>
      <p:sp>
        <p:nvSpPr>
          <p:cNvPr id="602" name="Google Shape;602;p38"/>
          <p:cNvSpPr txBox="1">
            <a:spLocks noGrp="1"/>
          </p:cNvSpPr>
          <p:nvPr>
            <p:ph type="title" idx="2"/>
          </p:nvPr>
        </p:nvSpPr>
        <p:spPr>
          <a:xfrm>
            <a:off x="921239" y="1938315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03" name="Google Shape;603;p38"/>
          <p:cNvSpPr txBox="1">
            <a:spLocks noGrp="1"/>
          </p:cNvSpPr>
          <p:nvPr>
            <p:ph type="subTitle" idx="1"/>
          </p:nvPr>
        </p:nvSpPr>
        <p:spPr>
          <a:xfrm>
            <a:off x="1881707" y="2100854"/>
            <a:ext cx="25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El usuario puede registrar eventos </a:t>
            </a:r>
            <a:r>
              <a:rPr lang="es-MX" dirty="0" err="1"/>
              <a:t>dirarios</a:t>
            </a:r>
            <a:r>
              <a:rPr lang="es-MX" dirty="0"/>
              <a:t>, o para alguna fecha especifica</a:t>
            </a:r>
            <a:endParaRPr dirty="0"/>
          </a:p>
        </p:txBody>
      </p:sp>
      <p:sp>
        <p:nvSpPr>
          <p:cNvPr id="604" name="Google Shape;604;p38"/>
          <p:cNvSpPr txBox="1">
            <a:spLocks noGrp="1"/>
          </p:cNvSpPr>
          <p:nvPr>
            <p:ph type="title" idx="3"/>
          </p:nvPr>
        </p:nvSpPr>
        <p:spPr>
          <a:xfrm>
            <a:off x="4753750" y="1938315"/>
            <a:ext cx="870000" cy="4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05" name="Google Shape;605;p38"/>
          <p:cNvSpPr txBox="1">
            <a:spLocks noGrp="1"/>
          </p:cNvSpPr>
          <p:nvPr>
            <p:ph type="title" idx="4"/>
          </p:nvPr>
        </p:nvSpPr>
        <p:spPr>
          <a:xfrm>
            <a:off x="921239" y="346694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06" name="Google Shape;606;p38"/>
          <p:cNvSpPr txBox="1">
            <a:spLocks noGrp="1"/>
          </p:cNvSpPr>
          <p:nvPr>
            <p:ph type="title" idx="5"/>
          </p:nvPr>
        </p:nvSpPr>
        <p:spPr>
          <a:xfrm>
            <a:off x="4753750" y="3466940"/>
            <a:ext cx="8700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07" name="Google Shape;607;p38"/>
          <p:cNvSpPr txBox="1">
            <a:spLocks noGrp="1"/>
          </p:cNvSpPr>
          <p:nvPr>
            <p:ph type="subTitle" idx="6"/>
          </p:nvPr>
        </p:nvSpPr>
        <p:spPr>
          <a:xfrm>
            <a:off x="5714200" y="2100849"/>
            <a:ext cx="2924278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Poder conectar con tus amigos para planear eventos, salidas, u objetivos de alguna meta que tengan en común </a:t>
            </a:r>
            <a:endParaRPr dirty="0"/>
          </a:p>
        </p:txBody>
      </p:sp>
      <p:sp>
        <p:nvSpPr>
          <p:cNvPr id="608" name="Google Shape;608;p38"/>
          <p:cNvSpPr txBox="1">
            <a:spLocks noGrp="1"/>
          </p:cNvSpPr>
          <p:nvPr>
            <p:ph type="subTitle" idx="7"/>
          </p:nvPr>
        </p:nvSpPr>
        <p:spPr>
          <a:xfrm>
            <a:off x="1881707" y="3611225"/>
            <a:ext cx="2557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La app te mostrara tus eventos por fecha de prioridad </a:t>
            </a:r>
            <a:endParaRPr dirty="0"/>
          </a:p>
        </p:txBody>
      </p:sp>
      <p:sp>
        <p:nvSpPr>
          <p:cNvPr id="609" name="Google Shape;609;p38"/>
          <p:cNvSpPr txBox="1">
            <a:spLocks noGrp="1"/>
          </p:cNvSpPr>
          <p:nvPr>
            <p:ph type="subTitle" idx="8"/>
          </p:nvPr>
        </p:nvSpPr>
        <p:spPr>
          <a:xfrm>
            <a:off x="5714199" y="3611225"/>
            <a:ext cx="3072961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Tendrá una opcion inmersiva donde okto te acompañara mientras realizas tus tareas, ademas de un sistema de racha</a:t>
            </a:r>
            <a:endParaRPr dirty="0"/>
          </a:p>
        </p:txBody>
      </p:sp>
      <p:sp>
        <p:nvSpPr>
          <p:cNvPr id="610" name="Google Shape;610;p38"/>
          <p:cNvSpPr txBox="1">
            <a:spLocks noGrp="1"/>
          </p:cNvSpPr>
          <p:nvPr>
            <p:ph type="title" idx="9"/>
          </p:nvPr>
        </p:nvSpPr>
        <p:spPr>
          <a:xfrm>
            <a:off x="1884493" y="17086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Tareas</a:t>
            </a:r>
            <a:endParaRPr dirty="0"/>
          </a:p>
        </p:txBody>
      </p:sp>
      <p:sp>
        <p:nvSpPr>
          <p:cNvPr id="611" name="Google Shape;611;p38"/>
          <p:cNvSpPr txBox="1">
            <a:spLocks noGrp="1"/>
          </p:cNvSpPr>
          <p:nvPr>
            <p:ph type="title" idx="13"/>
          </p:nvPr>
        </p:nvSpPr>
        <p:spPr>
          <a:xfrm>
            <a:off x="5714206" y="1708600"/>
            <a:ext cx="2822993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Eventos sociales</a:t>
            </a:r>
            <a:endParaRPr dirty="0"/>
          </a:p>
        </p:txBody>
      </p:sp>
      <p:sp>
        <p:nvSpPr>
          <p:cNvPr id="612" name="Google Shape;612;p38"/>
          <p:cNvSpPr txBox="1">
            <a:spLocks noGrp="1"/>
          </p:cNvSpPr>
          <p:nvPr>
            <p:ph type="title" idx="14"/>
          </p:nvPr>
        </p:nvSpPr>
        <p:spPr>
          <a:xfrm>
            <a:off x="1884491" y="3217500"/>
            <a:ext cx="25548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Organización</a:t>
            </a:r>
            <a:endParaRPr dirty="0"/>
          </a:p>
        </p:txBody>
      </p:sp>
      <p:sp>
        <p:nvSpPr>
          <p:cNvPr id="613" name="Google Shape;613;p38"/>
          <p:cNvSpPr txBox="1">
            <a:spLocks noGrp="1"/>
          </p:cNvSpPr>
          <p:nvPr>
            <p:ph type="title" idx="15"/>
          </p:nvPr>
        </p:nvSpPr>
        <p:spPr>
          <a:xfrm>
            <a:off x="5714207" y="3217500"/>
            <a:ext cx="25575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Motivación</a:t>
            </a:r>
            <a:endParaRPr dirty="0"/>
          </a:p>
        </p:txBody>
      </p:sp>
      <p:grpSp>
        <p:nvGrpSpPr>
          <p:cNvPr id="614" name="Google Shape;614;p38"/>
          <p:cNvGrpSpPr/>
          <p:nvPr/>
        </p:nvGrpSpPr>
        <p:grpSpPr>
          <a:xfrm flipH="1">
            <a:off x="6089169" y="-408"/>
            <a:ext cx="1206195" cy="1177623"/>
            <a:chOff x="2180272" y="-464800"/>
            <a:chExt cx="1256977" cy="1227202"/>
          </a:xfrm>
        </p:grpSpPr>
        <p:sp>
          <p:nvSpPr>
            <p:cNvPr id="615" name="Google Shape;615;p38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" name="Google Shape;617;p38"/>
          <p:cNvSpPr/>
          <p:nvPr/>
        </p:nvSpPr>
        <p:spPr>
          <a:xfrm>
            <a:off x="8192088" y="267424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2"/>
          <p:cNvSpPr txBox="1">
            <a:spLocks noGrp="1"/>
          </p:cNvSpPr>
          <p:nvPr>
            <p:ph type="body" idx="1"/>
          </p:nvPr>
        </p:nvSpPr>
        <p:spPr>
          <a:xfrm>
            <a:off x="1602475" y="1833175"/>
            <a:ext cx="5939100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s-MX" dirty="0"/>
              <a:t>Muchas personas:</a:t>
            </a:r>
          </a:p>
          <a:p>
            <a:r>
              <a:rPr lang="es-MX" dirty="0"/>
              <a:t>Olvidan tareas o eventos.</a:t>
            </a:r>
          </a:p>
          <a:p>
            <a:r>
              <a:rPr lang="es-MX" dirty="0"/>
              <a:t>Pierden motivación al cumplir metas.</a:t>
            </a:r>
          </a:p>
          <a:p>
            <a:r>
              <a:rPr lang="es-MX" dirty="0"/>
              <a:t>No tienen herramientas dinámicas para organizar objetivos grupales.</a:t>
            </a:r>
          </a:p>
          <a:p>
            <a:pPr marL="139700" indent="0">
              <a:buNone/>
            </a:pPr>
            <a:r>
              <a:rPr lang="es-MX" dirty="0"/>
              <a:t>Nuestra app convierte la productividad en una experiencia interactiva y social.</a:t>
            </a:r>
          </a:p>
          <a:p>
            <a:pPr marL="285750" indent="-285750"/>
            <a:endParaRPr dirty="0"/>
          </a:p>
        </p:txBody>
      </p:sp>
      <p:sp>
        <p:nvSpPr>
          <p:cNvPr id="718" name="Google Shape;718;p42"/>
          <p:cNvSpPr txBox="1">
            <a:spLocks noGrp="1"/>
          </p:cNvSpPr>
          <p:nvPr>
            <p:ph type="title"/>
          </p:nvPr>
        </p:nvSpPr>
        <p:spPr>
          <a:xfrm>
            <a:off x="1602475" y="1186675"/>
            <a:ext cx="59391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Qué problemas resuelve?</a:t>
            </a:r>
            <a:endParaRPr dirty="0"/>
          </a:p>
        </p:txBody>
      </p:sp>
      <p:grpSp>
        <p:nvGrpSpPr>
          <p:cNvPr id="719" name="Google Shape;719;p42"/>
          <p:cNvGrpSpPr/>
          <p:nvPr/>
        </p:nvGrpSpPr>
        <p:grpSpPr>
          <a:xfrm flipH="1">
            <a:off x="146194" y="609667"/>
            <a:ext cx="1206195" cy="1177623"/>
            <a:chOff x="2180272" y="-464800"/>
            <a:chExt cx="1256977" cy="1227202"/>
          </a:xfrm>
        </p:grpSpPr>
        <p:sp>
          <p:nvSpPr>
            <p:cNvPr id="720" name="Google Shape;720;p42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2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42"/>
          <p:cNvSpPr/>
          <p:nvPr/>
        </p:nvSpPr>
        <p:spPr>
          <a:xfrm>
            <a:off x="1002163" y="186397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" name="Google Shape;723;p42"/>
          <p:cNvGrpSpPr/>
          <p:nvPr/>
        </p:nvGrpSpPr>
        <p:grpSpPr>
          <a:xfrm>
            <a:off x="7750244" y="2886567"/>
            <a:ext cx="1206195" cy="1177623"/>
            <a:chOff x="2180272" y="-464800"/>
            <a:chExt cx="1256977" cy="1227202"/>
          </a:xfrm>
        </p:grpSpPr>
        <p:sp>
          <p:nvSpPr>
            <p:cNvPr id="724" name="Google Shape;724;p42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2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6" name="Google Shape;726;p42"/>
          <p:cNvSpPr/>
          <p:nvPr/>
        </p:nvSpPr>
        <p:spPr>
          <a:xfrm>
            <a:off x="7474388" y="2699204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45"/>
          <p:cNvGrpSpPr/>
          <p:nvPr/>
        </p:nvGrpSpPr>
        <p:grpSpPr>
          <a:xfrm>
            <a:off x="1463888" y="1057963"/>
            <a:ext cx="5685032" cy="3426600"/>
            <a:chOff x="2746075" y="637800"/>
            <a:chExt cx="5685032" cy="3426600"/>
          </a:xfrm>
        </p:grpSpPr>
        <p:grpSp>
          <p:nvGrpSpPr>
            <p:cNvPr id="821" name="Google Shape;821;p45"/>
            <p:cNvGrpSpPr/>
            <p:nvPr/>
          </p:nvGrpSpPr>
          <p:grpSpPr>
            <a:xfrm>
              <a:off x="2746075" y="637800"/>
              <a:ext cx="5685032" cy="3426600"/>
              <a:chOff x="2746075" y="637800"/>
              <a:chExt cx="5685032" cy="3426600"/>
            </a:xfrm>
          </p:grpSpPr>
          <p:sp>
            <p:nvSpPr>
              <p:cNvPr id="822" name="Google Shape;822;p45"/>
              <p:cNvSpPr/>
              <p:nvPr/>
            </p:nvSpPr>
            <p:spPr>
              <a:xfrm>
                <a:off x="2746075" y="963600"/>
                <a:ext cx="5684700" cy="31008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45"/>
              <p:cNvSpPr/>
              <p:nvPr/>
            </p:nvSpPr>
            <p:spPr>
              <a:xfrm>
                <a:off x="2746407" y="637800"/>
                <a:ext cx="56847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4" name="Google Shape;824;p45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825" name="Google Shape;825;p45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5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5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8" name="Google Shape;828;p45"/>
          <p:cNvGrpSpPr/>
          <p:nvPr/>
        </p:nvGrpSpPr>
        <p:grpSpPr>
          <a:xfrm>
            <a:off x="2139738" y="539313"/>
            <a:ext cx="5685032" cy="3426600"/>
            <a:chOff x="2746075" y="637800"/>
            <a:chExt cx="5685032" cy="3426600"/>
          </a:xfrm>
        </p:grpSpPr>
        <p:grpSp>
          <p:nvGrpSpPr>
            <p:cNvPr id="829" name="Google Shape;829;p45"/>
            <p:cNvGrpSpPr/>
            <p:nvPr/>
          </p:nvGrpSpPr>
          <p:grpSpPr>
            <a:xfrm>
              <a:off x="2746075" y="637800"/>
              <a:ext cx="5685032" cy="3426600"/>
              <a:chOff x="2746075" y="637800"/>
              <a:chExt cx="5685032" cy="3426600"/>
            </a:xfrm>
          </p:grpSpPr>
          <p:sp>
            <p:nvSpPr>
              <p:cNvPr id="830" name="Google Shape;830;p45"/>
              <p:cNvSpPr/>
              <p:nvPr/>
            </p:nvSpPr>
            <p:spPr>
              <a:xfrm>
                <a:off x="2746075" y="963600"/>
                <a:ext cx="5684700" cy="31008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5"/>
              <p:cNvSpPr/>
              <p:nvPr/>
            </p:nvSpPr>
            <p:spPr>
              <a:xfrm>
                <a:off x="2746407" y="637800"/>
                <a:ext cx="56847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2" name="Google Shape;832;p45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833" name="Google Shape;833;p45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5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5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6" name="Google Shape;836;p45"/>
          <p:cNvSpPr txBox="1">
            <a:spLocks noGrp="1"/>
          </p:cNvSpPr>
          <p:nvPr>
            <p:ph type="title"/>
          </p:nvPr>
        </p:nvSpPr>
        <p:spPr>
          <a:xfrm>
            <a:off x="2286445" y="1360275"/>
            <a:ext cx="53916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Mockups</a:t>
            </a:r>
            <a:endParaRPr dirty="0"/>
          </a:p>
        </p:txBody>
      </p:sp>
      <p:grpSp>
        <p:nvGrpSpPr>
          <p:cNvPr id="837" name="Google Shape;837;p45"/>
          <p:cNvGrpSpPr/>
          <p:nvPr/>
        </p:nvGrpSpPr>
        <p:grpSpPr>
          <a:xfrm>
            <a:off x="7381100" y="2560975"/>
            <a:ext cx="1479375" cy="2440300"/>
            <a:chOff x="7381100" y="2560975"/>
            <a:chExt cx="1479375" cy="2440300"/>
          </a:xfrm>
        </p:grpSpPr>
        <p:sp>
          <p:nvSpPr>
            <p:cNvPr id="838" name="Google Shape;838;p45"/>
            <p:cNvSpPr/>
            <p:nvPr/>
          </p:nvSpPr>
          <p:spPr>
            <a:xfrm>
              <a:off x="7381100" y="2658575"/>
              <a:ext cx="1479300" cy="2342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95250" dir="2580000" algn="bl" rotWithShape="0">
                <a:schemeClr val="lt1">
                  <a:alpha val="2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5"/>
            <p:cNvSpPr/>
            <p:nvPr/>
          </p:nvSpPr>
          <p:spPr>
            <a:xfrm>
              <a:off x="7381175" y="2560975"/>
              <a:ext cx="1479300" cy="225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5"/>
            <p:cNvSpPr/>
            <p:nvPr/>
          </p:nvSpPr>
          <p:spPr>
            <a:xfrm>
              <a:off x="8001200" y="2785200"/>
              <a:ext cx="239100" cy="651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41" name="Google Shape;841;p45"/>
            <p:cNvCxnSpPr>
              <a:stCxn id="839" idx="0"/>
              <a:endCxn id="840" idx="0"/>
            </p:cNvCxnSpPr>
            <p:nvPr/>
          </p:nvCxnSpPr>
          <p:spPr>
            <a:xfrm>
              <a:off x="8120825" y="2560975"/>
              <a:ext cx="0" cy="22410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42" name="Google Shape;842;p45"/>
          <p:cNvSpPr/>
          <p:nvPr/>
        </p:nvSpPr>
        <p:spPr>
          <a:xfrm rot="1917594">
            <a:off x="3161122" y="3670800"/>
            <a:ext cx="520851" cy="708153"/>
          </a:xfrm>
          <a:prstGeom prst="upArrow">
            <a:avLst>
              <a:gd name="adj1" fmla="val 25005"/>
              <a:gd name="adj2" fmla="val 100000"/>
            </a:avLst>
          </a:prstGeom>
          <a:solidFill>
            <a:schemeClr val="accent4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000000" algn="bl" rotWithShape="0">
              <a:schemeClr val="lt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3" name="Google Shape;843;p45"/>
          <p:cNvGrpSpPr/>
          <p:nvPr/>
        </p:nvGrpSpPr>
        <p:grpSpPr>
          <a:xfrm flipH="1">
            <a:off x="341744" y="3900229"/>
            <a:ext cx="1206195" cy="1177623"/>
            <a:chOff x="2180272" y="-464800"/>
            <a:chExt cx="1256977" cy="1227202"/>
          </a:xfrm>
        </p:grpSpPr>
        <p:sp>
          <p:nvSpPr>
            <p:cNvPr id="844" name="Google Shape;844;p45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5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6" name="Google Shape;846;p45"/>
          <p:cNvSpPr/>
          <p:nvPr/>
        </p:nvSpPr>
        <p:spPr>
          <a:xfrm>
            <a:off x="888223" y="1711396"/>
            <a:ext cx="1713300" cy="62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420000" algn="bl" rotWithShape="0">
              <a:schemeClr val="lt1">
                <a:alpha val="2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rPr>
              <a:t>Enter</a:t>
            </a:r>
            <a:endParaRPr dirty="0">
              <a:solidFill>
                <a:schemeClr val="lt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847" name="Google Shape;847;p45"/>
          <p:cNvSpPr/>
          <p:nvPr/>
        </p:nvSpPr>
        <p:spPr>
          <a:xfrm>
            <a:off x="8069950" y="1751221"/>
            <a:ext cx="185827" cy="207947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499E2-7D99-9871-6512-FCA63435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16" y="-379142"/>
            <a:ext cx="5391600" cy="2031900"/>
          </a:xfrm>
        </p:spPr>
        <p:txBody>
          <a:bodyPr/>
          <a:lstStyle/>
          <a:p>
            <a:r>
              <a:rPr lang="es-MX" dirty="0"/>
              <a:t>DASHBOARD</a:t>
            </a:r>
          </a:p>
        </p:txBody>
      </p:sp>
      <p:pic>
        <p:nvPicPr>
          <p:cNvPr id="4" name="Imagen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843AA029-050A-3855-95B6-F3383E589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" y="524106"/>
            <a:ext cx="2916062" cy="4437257"/>
          </a:xfrm>
          <a:prstGeom prst="rect">
            <a:avLst/>
          </a:prstGeom>
        </p:spPr>
      </p:pic>
      <p:pic>
        <p:nvPicPr>
          <p:cNvPr id="7" name="Imagen 6" descr="Pantalla de celular con imagen de la pantalla de un celular&#10;&#10;El contenido generado por IA puede ser incorrecto.">
            <a:extLst>
              <a:ext uri="{FF2B5EF4-FFF2-40B4-BE49-F238E27FC236}">
                <a16:creationId xmlns:a16="http://schemas.microsoft.com/office/drawing/2014/main" id="{EA185E47-9620-FE11-FBDE-2558DCA1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157" y="1145526"/>
            <a:ext cx="2629321" cy="3871593"/>
          </a:xfrm>
          <a:prstGeom prst="rect">
            <a:avLst/>
          </a:prstGeom>
        </p:spPr>
      </p:pic>
      <p:sp>
        <p:nvSpPr>
          <p:cNvPr id="9" name="Google Shape;717;p42">
            <a:extLst>
              <a:ext uri="{FF2B5EF4-FFF2-40B4-BE49-F238E27FC236}">
                <a16:creationId xmlns:a16="http://schemas.microsoft.com/office/drawing/2014/main" id="{E9A5BC50-16AB-D1F0-3344-957158BC49C3}"/>
              </a:ext>
            </a:extLst>
          </p:cNvPr>
          <p:cNvSpPr txBox="1">
            <a:spLocks/>
          </p:cNvSpPr>
          <p:nvPr/>
        </p:nvSpPr>
        <p:spPr>
          <a:xfrm>
            <a:off x="6135478" y="1509750"/>
            <a:ext cx="2508658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ctr"/>
            <a:r>
              <a:rPr lang="es-MX" sz="1600" dirty="0">
                <a:solidFill>
                  <a:schemeClr val="tx1"/>
                </a:solidFill>
                <a:latin typeface="Karla Medium" pitchFamily="2" charset="0"/>
              </a:rPr>
              <a:t>El diseño es temporal, planeamos que tenga una paleta de colores en rosa o morado con blanco, y ajustar la interfaz de arriba algo parecido a Duolingo, donde se vean los puntos, días de racha etc</a:t>
            </a:r>
            <a:r>
              <a:rPr lang="es-MX" dirty="0"/>
              <a:t>.</a:t>
            </a:r>
          </a:p>
          <a:p>
            <a:pPr marL="285750" indent="-285750" algn="ctr"/>
            <a:r>
              <a:rPr lang="es-MX" dirty="0" err="1">
                <a:solidFill>
                  <a:schemeClr val="tx1"/>
                </a:solidFill>
                <a:latin typeface="Karla Medium" pitchFamily="2" charset="0"/>
              </a:rPr>
              <a:t>Tambien</a:t>
            </a:r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 </a:t>
            </a:r>
            <a:r>
              <a:rPr lang="es-MX" dirty="0" err="1">
                <a:solidFill>
                  <a:schemeClr val="tx1"/>
                </a:solidFill>
                <a:latin typeface="Karla Medium" pitchFamily="2" charset="0"/>
              </a:rPr>
              <a:t>okto</a:t>
            </a:r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 podrá cambiar de apariencia</a:t>
            </a:r>
          </a:p>
        </p:txBody>
      </p:sp>
    </p:spTree>
    <p:extLst>
      <p:ext uri="{BB962C8B-B14F-4D97-AF65-F5344CB8AC3E}">
        <p14:creationId xmlns:p14="http://schemas.microsoft.com/office/powerpoint/2010/main" val="129576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770E-443B-3B1E-8E23-DB381243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04A0D-36A8-20E0-CBB7-96C312E3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16" y="-379142"/>
            <a:ext cx="5391600" cy="2031900"/>
          </a:xfrm>
        </p:spPr>
        <p:txBody>
          <a:bodyPr/>
          <a:lstStyle/>
          <a:p>
            <a:r>
              <a:rPr lang="es-MX" dirty="0"/>
              <a:t>Eventos</a:t>
            </a:r>
          </a:p>
        </p:txBody>
      </p:sp>
      <p:sp>
        <p:nvSpPr>
          <p:cNvPr id="9" name="Google Shape;717;p42">
            <a:extLst>
              <a:ext uri="{FF2B5EF4-FFF2-40B4-BE49-F238E27FC236}">
                <a16:creationId xmlns:a16="http://schemas.microsoft.com/office/drawing/2014/main" id="{F86199A6-C03A-F22F-CDFD-E631043ACB2B}"/>
              </a:ext>
            </a:extLst>
          </p:cNvPr>
          <p:cNvSpPr txBox="1">
            <a:spLocks/>
          </p:cNvSpPr>
          <p:nvPr/>
        </p:nvSpPr>
        <p:spPr>
          <a:xfrm>
            <a:off x="6135478" y="1509750"/>
            <a:ext cx="2508658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ctr"/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Estamos trabajando para que también exista la vista de cuadricula o tipo date time </a:t>
            </a:r>
            <a:r>
              <a:rPr lang="es-MX" dirty="0" err="1">
                <a:solidFill>
                  <a:schemeClr val="tx1"/>
                </a:solidFill>
                <a:latin typeface="Karla Medium" pitchFamily="2" charset="0"/>
              </a:rPr>
              <a:t>picker</a:t>
            </a:r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, o como el calendario de Samsung, aquí el usuario agregara sus eventos del mes o del año dependiendo de sus necesidades</a:t>
            </a:r>
          </a:p>
        </p:txBody>
      </p:sp>
      <p:pic>
        <p:nvPicPr>
          <p:cNvPr id="5" name="Imagen 4" descr="Pantalla de un teléfono celular&#10;&#10;El contenido generado por IA puede ser incorrecto.">
            <a:extLst>
              <a:ext uri="{FF2B5EF4-FFF2-40B4-BE49-F238E27FC236}">
                <a16:creationId xmlns:a16="http://schemas.microsoft.com/office/drawing/2014/main" id="{BD536DBB-94E2-635D-C51D-72B049031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22" y="275063"/>
            <a:ext cx="3111997" cy="4593373"/>
          </a:xfrm>
          <a:prstGeom prst="rect">
            <a:avLst/>
          </a:prstGeom>
        </p:spPr>
      </p:pic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4A3EA6D-D0BD-DB87-028B-A470A2E94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572" y="1942080"/>
            <a:ext cx="2691906" cy="20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3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CB69-0B0D-199E-2602-569C6F32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4DB02-50FD-4702-3021-B40E89AA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449" y="-379142"/>
            <a:ext cx="6038684" cy="2031900"/>
          </a:xfrm>
        </p:spPr>
        <p:txBody>
          <a:bodyPr/>
          <a:lstStyle/>
          <a:p>
            <a:r>
              <a:rPr lang="es-MX" dirty="0" err="1"/>
              <a:t>Okto</a:t>
            </a:r>
            <a:r>
              <a:rPr lang="es-MX" dirty="0"/>
              <a:t> </a:t>
            </a:r>
            <a:r>
              <a:rPr lang="es-MX" dirty="0" err="1"/>
              <a:t>work</a:t>
            </a:r>
            <a:r>
              <a:rPr lang="es-MX" dirty="0"/>
              <a:t> time</a:t>
            </a:r>
          </a:p>
        </p:txBody>
      </p:sp>
      <p:sp>
        <p:nvSpPr>
          <p:cNvPr id="9" name="Google Shape;717;p42">
            <a:extLst>
              <a:ext uri="{FF2B5EF4-FFF2-40B4-BE49-F238E27FC236}">
                <a16:creationId xmlns:a16="http://schemas.microsoft.com/office/drawing/2014/main" id="{30CB625B-165E-525B-6B40-9B749DB5E5FD}"/>
              </a:ext>
            </a:extLst>
          </p:cNvPr>
          <p:cNvSpPr txBox="1">
            <a:spLocks/>
          </p:cNvSpPr>
          <p:nvPr/>
        </p:nvSpPr>
        <p:spPr>
          <a:xfrm>
            <a:off x="5887844" y="1509750"/>
            <a:ext cx="2756292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ctr"/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Este apartado va a ser para ayudar al usuario a concentrarse o a no usar el celular para que cumpla su meta, </a:t>
            </a:r>
            <a:r>
              <a:rPr lang="es-MX" dirty="0" err="1">
                <a:solidFill>
                  <a:schemeClr val="tx1"/>
                </a:solidFill>
                <a:latin typeface="Karla Medium" pitchFamily="2" charset="0"/>
              </a:rPr>
              <a:t>okto</a:t>
            </a:r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 hará animaciones de vez en cuando, pondrá música que seleccione el usuario, y aparecerán mensajes motivadores, también bloqueara las aplicaciones para evitar notificaciones que distraigan al usuario</a:t>
            </a:r>
          </a:p>
        </p:txBody>
      </p:sp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687E361-E145-7785-9CBD-3B62D2E7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67" y="0"/>
            <a:ext cx="2606266" cy="5006774"/>
          </a:xfrm>
          <a:prstGeom prst="rect">
            <a:avLst/>
          </a:prstGeom>
        </p:spPr>
      </p:pic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45A48B8-1C88-EA95-6132-C6DD3F9AC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523" y="1959246"/>
            <a:ext cx="2613887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8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DDCD-E769-4CEB-A7B0-2AEE5818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5DD92-B5FF-FB95-6948-596E3DBF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449" y="-379142"/>
            <a:ext cx="6038684" cy="2031900"/>
          </a:xfrm>
        </p:spPr>
        <p:txBody>
          <a:bodyPr/>
          <a:lstStyle/>
          <a:p>
            <a:pPr algn="r"/>
            <a:r>
              <a:rPr lang="es-MX" dirty="0"/>
              <a:t>Friends</a:t>
            </a:r>
          </a:p>
        </p:txBody>
      </p:sp>
      <p:pic>
        <p:nvPicPr>
          <p:cNvPr id="5" name="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62E5BF9B-DB03-16FD-EC74-1B9B2E18A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67" y="72173"/>
            <a:ext cx="2758679" cy="4999153"/>
          </a:xfrm>
          <a:prstGeom prst="rect">
            <a:avLst/>
          </a:prstGeom>
        </p:spPr>
      </p:pic>
      <p:pic>
        <p:nvPicPr>
          <p:cNvPr id="8" name="Imagen 7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6B95CA13-1715-FD99-2A77-1A117AC65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902" y="95035"/>
            <a:ext cx="2728196" cy="4953429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33C0C56-4781-0761-49AF-A4C406536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99"/>
          <a:stretch>
            <a:fillRect/>
          </a:stretch>
        </p:blipFill>
        <p:spPr>
          <a:xfrm>
            <a:off x="6116403" y="1300976"/>
            <a:ext cx="2182351" cy="37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1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388E-5C0E-828F-F7E0-88C53C77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AA3D-EF45-35AD-9F62-06C3E56F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64" y="-431181"/>
            <a:ext cx="6038684" cy="2031900"/>
          </a:xfrm>
        </p:spPr>
        <p:txBody>
          <a:bodyPr/>
          <a:lstStyle/>
          <a:p>
            <a:pPr algn="r"/>
            <a:r>
              <a:rPr lang="es-MX" dirty="0"/>
              <a:t>Friends</a:t>
            </a:r>
          </a:p>
        </p:txBody>
      </p:sp>
      <p:pic>
        <p:nvPicPr>
          <p:cNvPr id="4" name="Imagen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B349D53-5474-A0AF-665A-C3D1E8E8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17" y="75983"/>
            <a:ext cx="2651990" cy="4991533"/>
          </a:xfrm>
          <a:prstGeom prst="rect">
            <a:avLst/>
          </a:prstGeom>
        </p:spPr>
      </p:pic>
      <p:sp>
        <p:nvSpPr>
          <p:cNvPr id="6" name="Google Shape;717;p42">
            <a:extLst>
              <a:ext uri="{FF2B5EF4-FFF2-40B4-BE49-F238E27FC236}">
                <a16:creationId xmlns:a16="http://schemas.microsoft.com/office/drawing/2014/main" id="{7438C781-761F-036C-E93D-F02C5465634F}"/>
              </a:ext>
            </a:extLst>
          </p:cNvPr>
          <p:cNvSpPr txBox="1">
            <a:spLocks/>
          </p:cNvSpPr>
          <p:nvPr/>
        </p:nvSpPr>
        <p:spPr>
          <a:xfrm>
            <a:off x="4645403" y="1337007"/>
            <a:ext cx="2756292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ctr"/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Aquí estará la forma de interacción de nuestra app, donde creara grupos con sus amigos, y en esos grupos poder crear eventos en conjunto, lo único a posibles cambios en este apartado aparte de los ya mencionados seria la vista de eventos compartidos a un calendario como el de </a:t>
            </a:r>
            <a:r>
              <a:rPr lang="es-MX" dirty="0" err="1">
                <a:solidFill>
                  <a:schemeClr val="tx1"/>
                </a:solidFill>
                <a:latin typeface="Karla Medium" pitchFamily="2" charset="0"/>
              </a:rPr>
              <a:t>samsung</a:t>
            </a:r>
            <a:endParaRPr lang="es-MX" dirty="0">
              <a:solidFill>
                <a:schemeClr val="tx1"/>
              </a:solidFill>
              <a:latin typeface="Karl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17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65F1-F9C3-731A-0D38-4012EE2D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52013-DEC1-0966-B9F4-B230E4B90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64" y="-431181"/>
            <a:ext cx="6038684" cy="2031900"/>
          </a:xfrm>
        </p:spPr>
        <p:txBody>
          <a:bodyPr/>
          <a:lstStyle/>
          <a:p>
            <a:r>
              <a:rPr lang="es-MX" dirty="0"/>
              <a:t>Perfil</a:t>
            </a:r>
          </a:p>
        </p:txBody>
      </p:sp>
      <p:sp>
        <p:nvSpPr>
          <p:cNvPr id="6" name="Google Shape;717;p42">
            <a:extLst>
              <a:ext uri="{FF2B5EF4-FFF2-40B4-BE49-F238E27FC236}">
                <a16:creationId xmlns:a16="http://schemas.microsoft.com/office/drawing/2014/main" id="{B4FC6FE9-A307-60B2-091C-B8E7F405ABDF}"/>
              </a:ext>
            </a:extLst>
          </p:cNvPr>
          <p:cNvSpPr txBox="1">
            <a:spLocks/>
          </p:cNvSpPr>
          <p:nvPr/>
        </p:nvSpPr>
        <p:spPr>
          <a:xfrm>
            <a:off x="5708486" y="1225495"/>
            <a:ext cx="2756292" cy="21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ctr"/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En perfil encontrara el usuario su información, agregaremos una forma de cambiar su foto y nombre pero aquí será donde el usuario podrá comprar diferentes aspectos para </a:t>
            </a:r>
            <a:r>
              <a:rPr lang="es-MX" dirty="0" err="1">
                <a:solidFill>
                  <a:schemeClr val="tx1"/>
                </a:solidFill>
                <a:latin typeface="Karla Medium" pitchFamily="2" charset="0"/>
              </a:rPr>
              <a:t>okto</a:t>
            </a:r>
            <a:r>
              <a:rPr lang="es-MX" dirty="0">
                <a:solidFill>
                  <a:schemeClr val="tx1"/>
                </a:solidFill>
                <a:latin typeface="Karla Medium" pitchFamily="2" charset="0"/>
              </a:rPr>
              <a:t>, accesorios entre otros, además de compartir su progreso en la aplicación</a:t>
            </a:r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935793D-A22B-CB71-5662-5019B0790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6" y="154616"/>
            <a:ext cx="2674852" cy="4640982"/>
          </a:xfrm>
          <a:prstGeom prst="rect">
            <a:avLst/>
          </a:prstGeom>
        </p:spPr>
      </p:pic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F81CEDA-A8B7-4810-6B41-FF132D216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990" y="1600719"/>
            <a:ext cx="2667231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94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7" name="Google Shape;707;p41"/>
          <p:cNvCxnSpPr>
            <a:cxnSpLocks/>
          </p:cNvCxnSpPr>
          <p:nvPr/>
        </p:nvCxnSpPr>
        <p:spPr>
          <a:xfrm rot="5400000">
            <a:off x="4188756" y="3500689"/>
            <a:ext cx="562781" cy="272941"/>
          </a:xfrm>
          <a:prstGeom prst="bentConnector3">
            <a:avLst>
              <a:gd name="adj1" fmla="val 98876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1" name="Google Shape;691;p41"/>
          <p:cNvGrpSpPr/>
          <p:nvPr/>
        </p:nvGrpSpPr>
        <p:grpSpPr>
          <a:xfrm>
            <a:off x="3315287" y="3918550"/>
            <a:ext cx="2309721" cy="620400"/>
            <a:chOff x="716850" y="1864738"/>
            <a:chExt cx="1700700" cy="620400"/>
          </a:xfrm>
        </p:grpSpPr>
        <p:sp>
          <p:nvSpPr>
            <p:cNvPr id="692" name="Google Shape;692;p41"/>
            <p:cNvSpPr/>
            <p:nvPr/>
          </p:nvSpPr>
          <p:spPr>
            <a:xfrm>
              <a:off x="716850" y="1864738"/>
              <a:ext cx="1700700" cy="620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2286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420000" algn="bl" rotWithShape="0">
                <a:schemeClr val="lt1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  <p:sp>
          <p:nvSpPr>
            <p:cNvPr id="693" name="Google Shape;693;p41"/>
            <p:cNvSpPr/>
            <p:nvPr/>
          </p:nvSpPr>
          <p:spPr>
            <a:xfrm>
              <a:off x="716850" y="1864738"/>
              <a:ext cx="1700700" cy="620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Dashboard</a:t>
              </a:r>
              <a:endParaRPr sz="20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694" name="Google Shape;694;p41"/>
          <p:cNvGrpSpPr/>
          <p:nvPr/>
        </p:nvGrpSpPr>
        <p:grpSpPr>
          <a:xfrm>
            <a:off x="3417260" y="2705325"/>
            <a:ext cx="2309721" cy="620400"/>
            <a:chOff x="716850" y="1864738"/>
            <a:chExt cx="1700700" cy="620400"/>
          </a:xfrm>
        </p:grpSpPr>
        <p:sp>
          <p:nvSpPr>
            <p:cNvPr id="695" name="Google Shape;695;p41"/>
            <p:cNvSpPr/>
            <p:nvPr/>
          </p:nvSpPr>
          <p:spPr>
            <a:xfrm>
              <a:off x="716850" y="1864738"/>
              <a:ext cx="1700700" cy="620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2286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420000" algn="bl" rotWithShape="0">
                <a:schemeClr val="lt1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  <p:sp>
          <p:nvSpPr>
            <p:cNvPr id="696" name="Google Shape;696;p41"/>
            <p:cNvSpPr/>
            <p:nvPr/>
          </p:nvSpPr>
          <p:spPr>
            <a:xfrm>
              <a:off x="716850" y="1864738"/>
              <a:ext cx="1700700" cy="620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800" dirty="0">
                  <a:solidFill>
                    <a:schemeClr val="dk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Personalización de </a:t>
              </a:r>
              <a:r>
                <a:rPr lang="es-MX" sz="1800" dirty="0" err="1">
                  <a:solidFill>
                    <a:schemeClr val="dk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okto</a:t>
              </a:r>
              <a:endParaRPr sz="18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sp>
        <p:nvSpPr>
          <p:cNvPr id="700" name="Google Shape;700;p4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Diagrama de flujo</a:t>
            </a:r>
            <a:endParaRPr dirty="0"/>
          </a:p>
        </p:txBody>
      </p:sp>
      <p:grpSp>
        <p:nvGrpSpPr>
          <p:cNvPr id="701" name="Google Shape;701;p41"/>
          <p:cNvGrpSpPr/>
          <p:nvPr/>
        </p:nvGrpSpPr>
        <p:grpSpPr>
          <a:xfrm>
            <a:off x="3586870" y="1492100"/>
            <a:ext cx="1970261" cy="620400"/>
            <a:chOff x="716850" y="1864738"/>
            <a:chExt cx="1700700" cy="620400"/>
          </a:xfrm>
        </p:grpSpPr>
        <p:sp>
          <p:nvSpPr>
            <p:cNvPr id="702" name="Google Shape;702;p41"/>
            <p:cNvSpPr/>
            <p:nvPr/>
          </p:nvSpPr>
          <p:spPr>
            <a:xfrm>
              <a:off x="716850" y="1864738"/>
              <a:ext cx="1700700" cy="620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286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420000" algn="bl" rotWithShape="0">
                <a:schemeClr val="lt1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716850" y="1864738"/>
              <a:ext cx="1700700" cy="620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Registro</a:t>
              </a:r>
              <a:endParaRPr sz="20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cxnSp>
        <p:nvCxnSpPr>
          <p:cNvPr id="709" name="Google Shape;709;p41"/>
          <p:cNvCxnSpPr>
            <a:stCxn id="703" idx="2"/>
            <a:endCxn id="696" idx="0"/>
          </p:cNvCxnSpPr>
          <p:nvPr/>
        </p:nvCxnSpPr>
        <p:spPr>
          <a:xfrm>
            <a:off x="4572000" y="2112500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0" name="Google Shape;710;p41"/>
          <p:cNvGrpSpPr/>
          <p:nvPr/>
        </p:nvGrpSpPr>
        <p:grpSpPr>
          <a:xfrm flipH="1">
            <a:off x="1868094" y="1343635"/>
            <a:ext cx="939590" cy="917333"/>
            <a:chOff x="2180272" y="-464800"/>
            <a:chExt cx="1256977" cy="1227202"/>
          </a:xfrm>
        </p:grpSpPr>
        <p:sp>
          <p:nvSpPr>
            <p:cNvPr id="711" name="Google Shape;711;p41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1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4"/>
          <p:cNvSpPr txBox="1">
            <a:spLocks noGrp="1"/>
          </p:cNvSpPr>
          <p:nvPr>
            <p:ph type="title"/>
          </p:nvPr>
        </p:nvSpPr>
        <p:spPr>
          <a:xfrm>
            <a:off x="2568675" y="3214313"/>
            <a:ext cx="40068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 okto</a:t>
            </a:r>
            <a:endParaRPr dirty="0"/>
          </a:p>
        </p:txBody>
      </p:sp>
      <p:sp>
        <p:nvSpPr>
          <p:cNvPr id="788" name="Google Shape;788;p44"/>
          <p:cNvSpPr txBox="1">
            <a:spLocks noGrp="1"/>
          </p:cNvSpPr>
          <p:nvPr>
            <p:ph type="subTitle" idx="1"/>
          </p:nvPr>
        </p:nvSpPr>
        <p:spPr>
          <a:xfrm>
            <a:off x="1734025" y="1921313"/>
            <a:ext cx="5675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Esta app estará dirigida a usuarios con problemas de organizacion, falta de motivacion, tdah entre otras</a:t>
            </a:r>
            <a:endParaRPr dirty="0"/>
          </a:p>
        </p:txBody>
      </p:sp>
      <p:grpSp>
        <p:nvGrpSpPr>
          <p:cNvPr id="789" name="Google Shape;789;p44"/>
          <p:cNvGrpSpPr/>
          <p:nvPr/>
        </p:nvGrpSpPr>
        <p:grpSpPr>
          <a:xfrm>
            <a:off x="6933725" y="3975550"/>
            <a:ext cx="675900" cy="809700"/>
            <a:chOff x="1970600" y="969525"/>
            <a:chExt cx="675900" cy="809700"/>
          </a:xfrm>
        </p:grpSpPr>
        <p:sp>
          <p:nvSpPr>
            <p:cNvPr id="790" name="Google Shape;790;p44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4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A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92" name="Google Shape;792;p44"/>
          <p:cNvGrpSpPr/>
          <p:nvPr/>
        </p:nvGrpSpPr>
        <p:grpSpPr>
          <a:xfrm>
            <a:off x="469025" y="1565388"/>
            <a:ext cx="675900" cy="809700"/>
            <a:chOff x="1970600" y="969525"/>
            <a:chExt cx="675900" cy="809700"/>
          </a:xfrm>
        </p:grpSpPr>
        <p:sp>
          <p:nvSpPr>
            <p:cNvPr id="793" name="Google Shape;793;p44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4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?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95" name="Google Shape;795;p44"/>
          <p:cNvGrpSpPr/>
          <p:nvPr/>
        </p:nvGrpSpPr>
        <p:grpSpPr>
          <a:xfrm>
            <a:off x="1514788" y="3462475"/>
            <a:ext cx="675900" cy="809700"/>
            <a:chOff x="1970600" y="969525"/>
            <a:chExt cx="675900" cy="809700"/>
          </a:xfrm>
        </p:grpSpPr>
        <p:sp>
          <p:nvSpPr>
            <p:cNvPr id="796" name="Google Shape;796;p44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4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B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98" name="Google Shape;798;p44"/>
          <p:cNvGrpSpPr/>
          <p:nvPr/>
        </p:nvGrpSpPr>
        <p:grpSpPr>
          <a:xfrm>
            <a:off x="8039800" y="2005100"/>
            <a:ext cx="675900" cy="809700"/>
            <a:chOff x="1970600" y="969525"/>
            <a:chExt cx="675900" cy="809700"/>
          </a:xfrm>
        </p:grpSpPr>
        <p:sp>
          <p:nvSpPr>
            <p:cNvPr id="799" name="Google Shape;799;p44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4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…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801" name="Google Shape;801;p44"/>
          <p:cNvGrpSpPr/>
          <p:nvPr/>
        </p:nvGrpSpPr>
        <p:grpSpPr>
          <a:xfrm>
            <a:off x="8092950" y="3214325"/>
            <a:ext cx="675900" cy="809700"/>
            <a:chOff x="1970600" y="969525"/>
            <a:chExt cx="675900" cy="809700"/>
          </a:xfrm>
        </p:grpSpPr>
        <p:sp>
          <p:nvSpPr>
            <p:cNvPr id="802" name="Google Shape;802;p44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4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2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804" name="Google Shape;804;p44"/>
          <p:cNvGrpSpPr/>
          <p:nvPr/>
        </p:nvGrpSpPr>
        <p:grpSpPr>
          <a:xfrm flipH="1">
            <a:off x="5727519" y="449917"/>
            <a:ext cx="1206195" cy="1177623"/>
            <a:chOff x="2180272" y="-464800"/>
            <a:chExt cx="1256977" cy="1227202"/>
          </a:xfrm>
        </p:grpSpPr>
        <p:sp>
          <p:nvSpPr>
            <p:cNvPr id="805" name="Google Shape;805;p44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4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4"/>
          <p:cNvSpPr/>
          <p:nvPr/>
        </p:nvSpPr>
        <p:spPr>
          <a:xfrm>
            <a:off x="7409725" y="139294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4"/>
          <p:cNvSpPr/>
          <p:nvPr/>
        </p:nvSpPr>
        <p:spPr>
          <a:xfrm>
            <a:off x="957550" y="32143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9" name="Google Shape;809;p44"/>
          <p:cNvGrpSpPr/>
          <p:nvPr/>
        </p:nvGrpSpPr>
        <p:grpSpPr>
          <a:xfrm>
            <a:off x="4235875" y="817850"/>
            <a:ext cx="675900" cy="809700"/>
            <a:chOff x="1970600" y="969525"/>
            <a:chExt cx="675900" cy="809700"/>
          </a:xfrm>
        </p:grpSpPr>
        <p:sp>
          <p:nvSpPr>
            <p:cNvPr id="810" name="Google Shape;810;p44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4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“</a:t>
              </a:r>
              <a:endParaRPr sz="2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sp>
        <p:nvSpPr>
          <p:cNvPr id="812" name="Google Shape;812;p44"/>
          <p:cNvSpPr/>
          <p:nvPr/>
        </p:nvSpPr>
        <p:spPr>
          <a:xfrm>
            <a:off x="2568675" y="1229311"/>
            <a:ext cx="300322" cy="33609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44"/>
          <p:cNvGrpSpPr/>
          <p:nvPr/>
        </p:nvGrpSpPr>
        <p:grpSpPr>
          <a:xfrm flipH="1">
            <a:off x="2267394" y="3791592"/>
            <a:ext cx="1206195" cy="1177623"/>
            <a:chOff x="2180272" y="-464800"/>
            <a:chExt cx="1256977" cy="1227202"/>
          </a:xfrm>
        </p:grpSpPr>
        <p:sp>
          <p:nvSpPr>
            <p:cNvPr id="814" name="Google Shape;814;p44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4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0" name="Google Shape;1060;p50"/>
          <p:cNvGrpSpPr/>
          <p:nvPr/>
        </p:nvGrpSpPr>
        <p:grpSpPr>
          <a:xfrm>
            <a:off x="716650" y="1275600"/>
            <a:ext cx="7714350" cy="3520800"/>
            <a:chOff x="716650" y="637800"/>
            <a:chExt cx="7714350" cy="3520800"/>
          </a:xfrm>
        </p:grpSpPr>
        <p:grpSp>
          <p:nvGrpSpPr>
            <p:cNvPr id="1061" name="Google Shape;1061;p50"/>
            <p:cNvGrpSpPr/>
            <p:nvPr/>
          </p:nvGrpSpPr>
          <p:grpSpPr>
            <a:xfrm>
              <a:off x="716650" y="637800"/>
              <a:ext cx="7714350" cy="3520800"/>
              <a:chOff x="716650" y="637800"/>
              <a:chExt cx="7714350" cy="3520800"/>
            </a:xfrm>
          </p:grpSpPr>
          <p:sp>
            <p:nvSpPr>
              <p:cNvPr id="1062" name="Google Shape;1062;p50"/>
              <p:cNvSpPr/>
              <p:nvPr/>
            </p:nvSpPr>
            <p:spPr>
              <a:xfrm>
                <a:off x="716650" y="963600"/>
                <a:ext cx="7713900" cy="31950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0"/>
              <p:cNvSpPr/>
              <p:nvPr/>
            </p:nvSpPr>
            <p:spPr>
              <a:xfrm>
                <a:off x="717100" y="637800"/>
                <a:ext cx="7713900" cy="330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4" name="Google Shape;1064;p50"/>
            <p:cNvGrpSpPr/>
            <p:nvPr/>
          </p:nvGrpSpPr>
          <p:grpSpPr>
            <a:xfrm>
              <a:off x="7478003" y="729844"/>
              <a:ext cx="784907" cy="155297"/>
              <a:chOff x="7189925" y="928775"/>
              <a:chExt cx="699000" cy="138300"/>
            </a:xfrm>
          </p:grpSpPr>
          <p:sp>
            <p:nvSpPr>
              <p:cNvPr id="1065" name="Google Shape;1065;p50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0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0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69" name="Google Shape;1069;p5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552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Posible escalabilidad</a:t>
            </a:r>
            <a:endParaRPr dirty="0"/>
          </a:p>
        </p:txBody>
      </p:sp>
      <p:sp>
        <p:nvSpPr>
          <p:cNvPr id="1070" name="Google Shape;1070;p50"/>
          <p:cNvSpPr txBox="1">
            <a:spLocks noGrp="1"/>
          </p:cNvSpPr>
          <p:nvPr>
            <p:ph type="title" idx="4"/>
          </p:nvPr>
        </p:nvSpPr>
        <p:spPr>
          <a:xfrm>
            <a:off x="1959794" y="3796715"/>
            <a:ext cx="2797791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Sistema de hábitos diarios</a:t>
            </a:r>
            <a:endParaRPr dirty="0"/>
          </a:p>
        </p:txBody>
      </p:sp>
      <p:sp>
        <p:nvSpPr>
          <p:cNvPr id="1072" name="Google Shape;1072;p50"/>
          <p:cNvSpPr txBox="1">
            <a:spLocks noGrp="1"/>
          </p:cNvSpPr>
          <p:nvPr>
            <p:ph type="title" idx="2"/>
          </p:nvPr>
        </p:nvSpPr>
        <p:spPr>
          <a:xfrm>
            <a:off x="1967776" y="2408668"/>
            <a:ext cx="2516883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Sincronizacion en la nube</a:t>
            </a:r>
            <a:endParaRPr dirty="0"/>
          </a:p>
        </p:txBody>
      </p:sp>
      <p:sp>
        <p:nvSpPr>
          <p:cNvPr id="1074" name="Google Shape;1074;p50"/>
          <p:cNvSpPr txBox="1">
            <a:spLocks noGrp="1"/>
          </p:cNvSpPr>
          <p:nvPr>
            <p:ph type="title" idx="6"/>
          </p:nvPr>
        </p:nvSpPr>
        <p:spPr>
          <a:xfrm>
            <a:off x="5489038" y="2198368"/>
            <a:ext cx="2871878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Ranking entre amigos</a:t>
            </a:r>
            <a:endParaRPr dirty="0"/>
          </a:p>
        </p:txBody>
      </p:sp>
      <p:sp>
        <p:nvSpPr>
          <p:cNvPr id="1076" name="Google Shape;1076;p50"/>
          <p:cNvSpPr txBox="1">
            <a:spLocks noGrp="1"/>
          </p:cNvSpPr>
          <p:nvPr>
            <p:ph type="title" idx="8"/>
          </p:nvPr>
        </p:nvSpPr>
        <p:spPr>
          <a:xfrm>
            <a:off x="5639923" y="3757692"/>
            <a:ext cx="22971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Mascotas diferentes</a:t>
            </a:r>
            <a:endParaRPr dirty="0"/>
          </a:p>
        </p:txBody>
      </p:sp>
      <p:grpSp>
        <p:nvGrpSpPr>
          <p:cNvPr id="1077" name="Google Shape;1077;p50"/>
          <p:cNvGrpSpPr/>
          <p:nvPr/>
        </p:nvGrpSpPr>
        <p:grpSpPr>
          <a:xfrm>
            <a:off x="1205491" y="2085044"/>
            <a:ext cx="692236" cy="779696"/>
            <a:chOff x="1440544" y="1661609"/>
            <a:chExt cx="1026600" cy="1156304"/>
          </a:xfrm>
        </p:grpSpPr>
        <p:sp>
          <p:nvSpPr>
            <p:cNvPr id="1078" name="Google Shape;1078;p50"/>
            <p:cNvSpPr/>
            <p:nvPr/>
          </p:nvSpPr>
          <p:spPr>
            <a:xfrm>
              <a:off x="1440544" y="1791313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50"/>
            <p:cNvSpPr/>
            <p:nvPr/>
          </p:nvSpPr>
          <p:spPr>
            <a:xfrm>
              <a:off x="1440544" y="1661609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1080" name="Google Shape;1080;p50"/>
          <p:cNvGrpSpPr/>
          <p:nvPr/>
        </p:nvGrpSpPr>
        <p:grpSpPr>
          <a:xfrm>
            <a:off x="1205491" y="3534425"/>
            <a:ext cx="692236" cy="779696"/>
            <a:chOff x="1440544" y="1661609"/>
            <a:chExt cx="1026600" cy="1156304"/>
          </a:xfrm>
        </p:grpSpPr>
        <p:sp>
          <p:nvSpPr>
            <p:cNvPr id="1081" name="Google Shape;1081;p50"/>
            <p:cNvSpPr/>
            <p:nvPr/>
          </p:nvSpPr>
          <p:spPr>
            <a:xfrm>
              <a:off x="1440544" y="1791313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50"/>
            <p:cNvSpPr/>
            <p:nvPr/>
          </p:nvSpPr>
          <p:spPr>
            <a:xfrm>
              <a:off x="1440544" y="1661609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1083" name="Google Shape;1083;p50"/>
          <p:cNvGrpSpPr/>
          <p:nvPr/>
        </p:nvGrpSpPr>
        <p:grpSpPr>
          <a:xfrm>
            <a:off x="4726753" y="2085065"/>
            <a:ext cx="692236" cy="779696"/>
            <a:chOff x="1440544" y="1661609"/>
            <a:chExt cx="1026600" cy="1156304"/>
          </a:xfrm>
        </p:grpSpPr>
        <p:sp>
          <p:nvSpPr>
            <p:cNvPr id="1084" name="Google Shape;1084;p50"/>
            <p:cNvSpPr/>
            <p:nvPr/>
          </p:nvSpPr>
          <p:spPr>
            <a:xfrm>
              <a:off x="1440544" y="1791313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50"/>
            <p:cNvSpPr/>
            <p:nvPr/>
          </p:nvSpPr>
          <p:spPr>
            <a:xfrm>
              <a:off x="1440544" y="1661609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1086" name="Google Shape;1086;p50"/>
          <p:cNvGrpSpPr/>
          <p:nvPr/>
        </p:nvGrpSpPr>
        <p:grpSpPr>
          <a:xfrm>
            <a:off x="4726753" y="3534415"/>
            <a:ext cx="692236" cy="779696"/>
            <a:chOff x="1440544" y="1661609"/>
            <a:chExt cx="1026600" cy="1156304"/>
          </a:xfrm>
        </p:grpSpPr>
        <p:sp>
          <p:nvSpPr>
            <p:cNvPr id="1087" name="Google Shape;1087;p50"/>
            <p:cNvSpPr/>
            <p:nvPr/>
          </p:nvSpPr>
          <p:spPr>
            <a:xfrm>
              <a:off x="1440544" y="1791313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50"/>
            <p:cNvSpPr/>
            <p:nvPr/>
          </p:nvSpPr>
          <p:spPr>
            <a:xfrm>
              <a:off x="1440544" y="1661609"/>
              <a:ext cx="1026600" cy="10266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sp>
        <p:nvSpPr>
          <p:cNvPr id="1089" name="Google Shape;1089;p50"/>
          <p:cNvSpPr/>
          <p:nvPr/>
        </p:nvSpPr>
        <p:spPr>
          <a:xfrm>
            <a:off x="4893772" y="3712104"/>
            <a:ext cx="358199" cy="359154"/>
          </a:xfrm>
          <a:custGeom>
            <a:avLst/>
            <a:gdLst/>
            <a:ahLst/>
            <a:cxnLst/>
            <a:rect l="l" t="t" r="r" b="b"/>
            <a:pathLst>
              <a:path w="12004" h="12036" extrusionOk="0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0" name="Google Shape;1090;p50"/>
          <p:cNvGrpSpPr/>
          <p:nvPr/>
        </p:nvGrpSpPr>
        <p:grpSpPr>
          <a:xfrm>
            <a:off x="1394606" y="2246907"/>
            <a:ext cx="314006" cy="359154"/>
            <a:chOff x="-47509225" y="1974175"/>
            <a:chExt cx="263075" cy="300900"/>
          </a:xfrm>
        </p:grpSpPr>
        <p:sp>
          <p:nvSpPr>
            <p:cNvPr id="1091" name="Google Shape;1091;p50"/>
            <p:cNvSpPr/>
            <p:nvPr/>
          </p:nvSpPr>
          <p:spPr>
            <a:xfrm>
              <a:off x="-47439925" y="2026950"/>
              <a:ext cx="124475" cy="124450"/>
            </a:xfrm>
            <a:custGeom>
              <a:avLst/>
              <a:gdLst/>
              <a:ahLst/>
              <a:cxnLst/>
              <a:rect l="l" t="t" r="r" b="b"/>
              <a:pathLst>
                <a:path w="4979" h="4978" extrusionOk="0">
                  <a:moveTo>
                    <a:pt x="1828" y="725"/>
                  </a:moveTo>
                  <a:cubicBezTo>
                    <a:pt x="2301" y="725"/>
                    <a:pt x="2679" y="1008"/>
                    <a:pt x="2805" y="1418"/>
                  </a:cubicBezTo>
                  <a:lnTo>
                    <a:pt x="1828" y="1418"/>
                  </a:lnTo>
                  <a:cubicBezTo>
                    <a:pt x="1607" y="1418"/>
                    <a:pt x="1450" y="1575"/>
                    <a:pt x="1450" y="1796"/>
                  </a:cubicBezTo>
                  <a:lnTo>
                    <a:pt x="1450" y="2773"/>
                  </a:lnTo>
                  <a:cubicBezTo>
                    <a:pt x="1040" y="2615"/>
                    <a:pt x="757" y="2206"/>
                    <a:pt x="757" y="1796"/>
                  </a:cubicBezTo>
                  <a:cubicBezTo>
                    <a:pt x="757" y="1197"/>
                    <a:pt x="1229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54" y="2111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8"/>
                    <a:pt x="3372" y="2804"/>
                    <a:pt x="3529" y="2111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cubicBezTo>
                    <a:pt x="1" y="2647"/>
                    <a:pt x="599" y="3340"/>
                    <a:pt x="1418" y="3529"/>
                  </a:cubicBezTo>
                  <a:lnTo>
                    <a:pt x="1418" y="4631"/>
                  </a:lnTo>
                  <a:cubicBezTo>
                    <a:pt x="1418" y="4820"/>
                    <a:pt x="1576" y="4978"/>
                    <a:pt x="1765" y="4978"/>
                  </a:cubicBezTo>
                  <a:lnTo>
                    <a:pt x="4569" y="4978"/>
                  </a:lnTo>
                  <a:cubicBezTo>
                    <a:pt x="4789" y="4978"/>
                    <a:pt x="4916" y="4820"/>
                    <a:pt x="4916" y="4631"/>
                  </a:cubicBezTo>
                  <a:lnTo>
                    <a:pt x="4916" y="1827"/>
                  </a:lnTo>
                  <a:cubicBezTo>
                    <a:pt x="4979" y="1575"/>
                    <a:pt x="4821" y="1418"/>
                    <a:pt x="4600" y="1418"/>
                  </a:cubicBezTo>
                  <a:lnTo>
                    <a:pt x="3498" y="1418"/>
                  </a:lnTo>
                  <a:cubicBezTo>
                    <a:pt x="3340" y="630"/>
                    <a:pt x="2647" y="0"/>
                    <a:pt x="1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50"/>
            <p:cNvSpPr/>
            <p:nvPr/>
          </p:nvSpPr>
          <p:spPr>
            <a:xfrm>
              <a:off x="-47439125" y="2184475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78" y="0"/>
                  </a:moveTo>
                  <a:cubicBezTo>
                    <a:pt x="158" y="0"/>
                    <a:pt x="32" y="158"/>
                    <a:pt x="32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158"/>
                    <a:pt x="3371" y="0"/>
                    <a:pt x="3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50"/>
            <p:cNvSpPr/>
            <p:nvPr/>
          </p:nvSpPr>
          <p:spPr>
            <a:xfrm>
              <a:off x="-47438350" y="2219900"/>
              <a:ext cx="122900" cy="18150"/>
            </a:xfrm>
            <a:custGeom>
              <a:avLst/>
              <a:gdLst/>
              <a:ahLst/>
              <a:cxnLst/>
              <a:rect l="l" t="t" r="r" b="b"/>
              <a:pathLst>
                <a:path w="4916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4537" y="725"/>
                  </a:lnTo>
                  <a:cubicBezTo>
                    <a:pt x="4758" y="725"/>
                    <a:pt x="4916" y="568"/>
                    <a:pt x="4916" y="379"/>
                  </a:cubicBezTo>
                  <a:cubicBezTo>
                    <a:pt x="4916" y="158"/>
                    <a:pt x="4758" y="1"/>
                    <a:pt x="4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50"/>
            <p:cNvSpPr/>
            <p:nvPr/>
          </p:nvSpPr>
          <p:spPr>
            <a:xfrm>
              <a:off x="-47333600" y="21860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26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50"/>
            <p:cNvSpPr/>
            <p:nvPr/>
          </p:nvSpPr>
          <p:spPr>
            <a:xfrm>
              <a:off x="-47509225" y="1974175"/>
              <a:ext cx="263075" cy="300900"/>
            </a:xfrm>
            <a:custGeom>
              <a:avLst/>
              <a:gdLst/>
              <a:ahLst/>
              <a:cxnLst/>
              <a:rect l="l" t="t" r="r" b="b"/>
              <a:pathLst>
                <a:path w="10523" h="12036" extrusionOk="0">
                  <a:moveTo>
                    <a:pt x="9483" y="2111"/>
                  </a:moveTo>
                  <a:cubicBezTo>
                    <a:pt x="9672" y="2111"/>
                    <a:pt x="9830" y="2269"/>
                    <a:pt x="9830" y="2489"/>
                  </a:cubicBezTo>
                  <a:lnTo>
                    <a:pt x="9830" y="3529"/>
                  </a:lnTo>
                  <a:lnTo>
                    <a:pt x="9105" y="3529"/>
                  </a:lnTo>
                  <a:lnTo>
                    <a:pt x="9105" y="2111"/>
                  </a:lnTo>
                  <a:close/>
                  <a:moveTo>
                    <a:pt x="9830" y="4222"/>
                  </a:moveTo>
                  <a:lnTo>
                    <a:pt x="9830" y="5640"/>
                  </a:lnTo>
                  <a:lnTo>
                    <a:pt x="9105" y="5640"/>
                  </a:lnTo>
                  <a:lnTo>
                    <a:pt x="9105" y="4222"/>
                  </a:lnTo>
                  <a:close/>
                  <a:moveTo>
                    <a:pt x="9861" y="6333"/>
                  </a:moveTo>
                  <a:lnTo>
                    <a:pt x="9861" y="7751"/>
                  </a:lnTo>
                  <a:lnTo>
                    <a:pt x="9168" y="7751"/>
                  </a:lnTo>
                  <a:lnTo>
                    <a:pt x="9168" y="6333"/>
                  </a:lnTo>
                  <a:close/>
                  <a:moveTo>
                    <a:pt x="9830" y="8412"/>
                  </a:moveTo>
                  <a:lnTo>
                    <a:pt x="9830" y="9483"/>
                  </a:lnTo>
                  <a:cubicBezTo>
                    <a:pt x="9830" y="9672"/>
                    <a:pt x="9672" y="9830"/>
                    <a:pt x="9483" y="9830"/>
                  </a:cubicBezTo>
                  <a:lnTo>
                    <a:pt x="9137" y="9830"/>
                  </a:lnTo>
                  <a:lnTo>
                    <a:pt x="9137" y="8412"/>
                  </a:lnTo>
                  <a:close/>
                  <a:moveTo>
                    <a:pt x="8444" y="630"/>
                  </a:moveTo>
                  <a:lnTo>
                    <a:pt x="8444" y="11248"/>
                  </a:lnTo>
                  <a:lnTo>
                    <a:pt x="1450" y="11248"/>
                  </a:lnTo>
                  <a:lnTo>
                    <a:pt x="1450" y="10554"/>
                  </a:lnTo>
                  <a:lnTo>
                    <a:pt x="1796" y="10554"/>
                  </a:lnTo>
                  <a:cubicBezTo>
                    <a:pt x="1985" y="10554"/>
                    <a:pt x="2143" y="10397"/>
                    <a:pt x="2143" y="10176"/>
                  </a:cubicBezTo>
                  <a:cubicBezTo>
                    <a:pt x="2143" y="9987"/>
                    <a:pt x="1985" y="9830"/>
                    <a:pt x="1796" y="9830"/>
                  </a:cubicBezTo>
                  <a:lnTo>
                    <a:pt x="1450" y="9830"/>
                  </a:lnTo>
                  <a:lnTo>
                    <a:pt x="1450" y="8412"/>
                  </a:lnTo>
                  <a:lnTo>
                    <a:pt x="1796" y="8412"/>
                  </a:lnTo>
                  <a:cubicBezTo>
                    <a:pt x="1985" y="8412"/>
                    <a:pt x="2143" y="8255"/>
                    <a:pt x="2143" y="8066"/>
                  </a:cubicBezTo>
                  <a:cubicBezTo>
                    <a:pt x="2143" y="7877"/>
                    <a:pt x="1985" y="7719"/>
                    <a:pt x="1796" y="7719"/>
                  </a:cubicBezTo>
                  <a:lnTo>
                    <a:pt x="1450" y="7719"/>
                  </a:lnTo>
                  <a:lnTo>
                    <a:pt x="1450" y="6301"/>
                  </a:lnTo>
                  <a:lnTo>
                    <a:pt x="1796" y="6301"/>
                  </a:lnTo>
                  <a:cubicBezTo>
                    <a:pt x="1985" y="6301"/>
                    <a:pt x="2143" y="6144"/>
                    <a:pt x="2143" y="5923"/>
                  </a:cubicBezTo>
                  <a:cubicBezTo>
                    <a:pt x="2143" y="5734"/>
                    <a:pt x="1985" y="5577"/>
                    <a:pt x="1796" y="5577"/>
                  </a:cubicBezTo>
                  <a:lnTo>
                    <a:pt x="1450" y="5577"/>
                  </a:lnTo>
                  <a:lnTo>
                    <a:pt x="1450" y="4159"/>
                  </a:lnTo>
                  <a:lnTo>
                    <a:pt x="1796" y="4159"/>
                  </a:lnTo>
                  <a:cubicBezTo>
                    <a:pt x="1985" y="4159"/>
                    <a:pt x="2143" y="4001"/>
                    <a:pt x="2143" y="3812"/>
                  </a:cubicBezTo>
                  <a:cubicBezTo>
                    <a:pt x="2143" y="3623"/>
                    <a:pt x="1985" y="3466"/>
                    <a:pt x="1796" y="3466"/>
                  </a:cubicBezTo>
                  <a:lnTo>
                    <a:pt x="1450" y="3466"/>
                  </a:lnTo>
                  <a:lnTo>
                    <a:pt x="1450" y="2048"/>
                  </a:lnTo>
                  <a:lnTo>
                    <a:pt x="1796" y="2048"/>
                  </a:lnTo>
                  <a:cubicBezTo>
                    <a:pt x="1985" y="2048"/>
                    <a:pt x="2143" y="1891"/>
                    <a:pt x="2143" y="1670"/>
                  </a:cubicBezTo>
                  <a:cubicBezTo>
                    <a:pt x="2143" y="1481"/>
                    <a:pt x="1985" y="1324"/>
                    <a:pt x="1796" y="1324"/>
                  </a:cubicBezTo>
                  <a:lnTo>
                    <a:pt x="1450" y="1324"/>
                  </a:lnTo>
                  <a:lnTo>
                    <a:pt x="1450" y="630"/>
                  </a:lnTo>
                  <a:close/>
                  <a:moveTo>
                    <a:pt x="1040" y="0"/>
                  </a:moveTo>
                  <a:cubicBezTo>
                    <a:pt x="851" y="0"/>
                    <a:pt x="693" y="158"/>
                    <a:pt x="693" y="347"/>
                  </a:cubicBezTo>
                  <a:lnTo>
                    <a:pt x="693" y="1418"/>
                  </a:lnTo>
                  <a:lnTo>
                    <a:pt x="347" y="1418"/>
                  </a:lnTo>
                  <a:cubicBezTo>
                    <a:pt x="158" y="1418"/>
                    <a:pt x="0" y="1576"/>
                    <a:pt x="0" y="1765"/>
                  </a:cubicBezTo>
                  <a:cubicBezTo>
                    <a:pt x="0" y="1954"/>
                    <a:pt x="158" y="2111"/>
                    <a:pt x="347" y="2111"/>
                  </a:cubicBezTo>
                  <a:lnTo>
                    <a:pt x="693" y="2111"/>
                  </a:lnTo>
                  <a:lnTo>
                    <a:pt x="693" y="3529"/>
                  </a:lnTo>
                  <a:lnTo>
                    <a:pt x="347" y="3529"/>
                  </a:lnTo>
                  <a:cubicBezTo>
                    <a:pt x="158" y="3529"/>
                    <a:pt x="0" y="3686"/>
                    <a:pt x="0" y="3907"/>
                  </a:cubicBezTo>
                  <a:cubicBezTo>
                    <a:pt x="0" y="4096"/>
                    <a:pt x="158" y="4254"/>
                    <a:pt x="347" y="4254"/>
                  </a:cubicBezTo>
                  <a:lnTo>
                    <a:pt x="693" y="4254"/>
                  </a:lnTo>
                  <a:lnTo>
                    <a:pt x="693" y="5671"/>
                  </a:lnTo>
                  <a:lnTo>
                    <a:pt x="347" y="5671"/>
                  </a:lnTo>
                  <a:cubicBezTo>
                    <a:pt x="158" y="5671"/>
                    <a:pt x="0" y="5829"/>
                    <a:pt x="0" y="6018"/>
                  </a:cubicBezTo>
                  <a:cubicBezTo>
                    <a:pt x="0" y="6207"/>
                    <a:pt x="158" y="6364"/>
                    <a:pt x="347" y="6364"/>
                  </a:cubicBezTo>
                  <a:lnTo>
                    <a:pt x="693" y="6364"/>
                  </a:lnTo>
                  <a:lnTo>
                    <a:pt x="693" y="7782"/>
                  </a:lnTo>
                  <a:lnTo>
                    <a:pt x="347" y="7782"/>
                  </a:lnTo>
                  <a:cubicBezTo>
                    <a:pt x="158" y="7782"/>
                    <a:pt x="0" y="7940"/>
                    <a:pt x="0" y="8160"/>
                  </a:cubicBezTo>
                  <a:cubicBezTo>
                    <a:pt x="0" y="8349"/>
                    <a:pt x="158" y="8507"/>
                    <a:pt x="347" y="8507"/>
                  </a:cubicBezTo>
                  <a:lnTo>
                    <a:pt x="693" y="8507"/>
                  </a:lnTo>
                  <a:lnTo>
                    <a:pt x="693" y="9924"/>
                  </a:lnTo>
                  <a:lnTo>
                    <a:pt x="347" y="9924"/>
                  </a:lnTo>
                  <a:cubicBezTo>
                    <a:pt x="158" y="9924"/>
                    <a:pt x="0" y="10082"/>
                    <a:pt x="0" y="10271"/>
                  </a:cubicBezTo>
                  <a:cubicBezTo>
                    <a:pt x="0" y="10460"/>
                    <a:pt x="158" y="10617"/>
                    <a:pt x="347" y="10617"/>
                  </a:cubicBezTo>
                  <a:lnTo>
                    <a:pt x="693" y="10617"/>
                  </a:lnTo>
                  <a:lnTo>
                    <a:pt x="693" y="11689"/>
                  </a:lnTo>
                  <a:cubicBezTo>
                    <a:pt x="693" y="11878"/>
                    <a:pt x="851" y="12035"/>
                    <a:pt x="1040" y="12035"/>
                  </a:cubicBezTo>
                  <a:lnTo>
                    <a:pt x="8759" y="12035"/>
                  </a:lnTo>
                  <a:cubicBezTo>
                    <a:pt x="8979" y="12035"/>
                    <a:pt x="9137" y="11878"/>
                    <a:pt x="9137" y="11689"/>
                  </a:cubicBezTo>
                  <a:lnTo>
                    <a:pt x="9137" y="10617"/>
                  </a:lnTo>
                  <a:lnTo>
                    <a:pt x="9483" y="10617"/>
                  </a:lnTo>
                  <a:cubicBezTo>
                    <a:pt x="10050" y="10617"/>
                    <a:pt x="10523" y="10145"/>
                    <a:pt x="10523" y="9578"/>
                  </a:cubicBezTo>
                  <a:lnTo>
                    <a:pt x="10523" y="2552"/>
                  </a:lnTo>
                  <a:cubicBezTo>
                    <a:pt x="10523" y="1891"/>
                    <a:pt x="10050" y="1418"/>
                    <a:pt x="9483" y="1418"/>
                  </a:cubicBezTo>
                  <a:lnTo>
                    <a:pt x="9137" y="1418"/>
                  </a:lnTo>
                  <a:lnTo>
                    <a:pt x="9137" y="347"/>
                  </a:lnTo>
                  <a:cubicBezTo>
                    <a:pt x="9137" y="158"/>
                    <a:pt x="8979" y="0"/>
                    <a:pt x="8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50"/>
          <p:cNvGrpSpPr/>
          <p:nvPr/>
        </p:nvGrpSpPr>
        <p:grpSpPr>
          <a:xfrm>
            <a:off x="1372509" y="3755357"/>
            <a:ext cx="358199" cy="272648"/>
            <a:chOff x="-47527350" y="2747625"/>
            <a:chExt cx="300100" cy="228425"/>
          </a:xfrm>
        </p:grpSpPr>
        <p:sp>
          <p:nvSpPr>
            <p:cNvPr id="1097" name="Google Shape;1097;p50"/>
            <p:cNvSpPr/>
            <p:nvPr/>
          </p:nvSpPr>
          <p:spPr>
            <a:xfrm>
              <a:off x="-47475350" y="2782275"/>
              <a:ext cx="124450" cy="124475"/>
            </a:xfrm>
            <a:custGeom>
              <a:avLst/>
              <a:gdLst/>
              <a:ahLst/>
              <a:cxnLst/>
              <a:rect l="l" t="t" r="r" b="b"/>
              <a:pathLst>
                <a:path w="4978" h="4979" extrusionOk="0">
                  <a:moveTo>
                    <a:pt x="2804" y="2080"/>
                  </a:moveTo>
                  <a:cubicBezTo>
                    <a:pt x="2678" y="2395"/>
                    <a:pt x="2457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7" y="725"/>
                  </a:moveTo>
                  <a:cubicBezTo>
                    <a:pt x="2300" y="725"/>
                    <a:pt x="2678" y="977"/>
                    <a:pt x="2804" y="1418"/>
                  </a:cubicBezTo>
                  <a:lnTo>
                    <a:pt x="1827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73"/>
                  </a:lnTo>
                  <a:cubicBezTo>
                    <a:pt x="1071" y="2615"/>
                    <a:pt x="756" y="2206"/>
                    <a:pt x="756" y="1765"/>
                  </a:cubicBezTo>
                  <a:cubicBezTo>
                    <a:pt x="756" y="1197"/>
                    <a:pt x="1229" y="725"/>
                    <a:pt x="1827" y="725"/>
                  </a:cubicBezTo>
                  <a:close/>
                  <a:moveTo>
                    <a:pt x="4253" y="2080"/>
                  </a:moveTo>
                  <a:lnTo>
                    <a:pt x="4253" y="4222"/>
                  </a:lnTo>
                  <a:lnTo>
                    <a:pt x="2142" y="4222"/>
                  </a:lnTo>
                  <a:lnTo>
                    <a:pt x="2142" y="3466"/>
                  </a:lnTo>
                  <a:cubicBezTo>
                    <a:pt x="2804" y="3308"/>
                    <a:pt x="3371" y="2804"/>
                    <a:pt x="3529" y="2080"/>
                  </a:cubicBezTo>
                  <a:close/>
                  <a:moveTo>
                    <a:pt x="1764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821"/>
                    <a:pt x="1575" y="4978"/>
                    <a:pt x="1764" y="4978"/>
                  </a:cubicBezTo>
                  <a:lnTo>
                    <a:pt x="4568" y="4978"/>
                  </a:lnTo>
                  <a:cubicBezTo>
                    <a:pt x="4757" y="4978"/>
                    <a:pt x="4915" y="4821"/>
                    <a:pt x="4915" y="4600"/>
                  </a:cubicBezTo>
                  <a:lnTo>
                    <a:pt x="4915" y="1828"/>
                  </a:lnTo>
                  <a:cubicBezTo>
                    <a:pt x="4978" y="1576"/>
                    <a:pt x="4820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46" y="0"/>
                    <a:pt x="1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50"/>
            <p:cNvSpPr/>
            <p:nvPr/>
          </p:nvSpPr>
          <p:spPr>
            <a:xfrm>
              <a:off x="-47333600" y="278227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50"/>
            <p:cNvSpPr/>
            <p:nvPr/>
          </p:nvSpPr>
          <p:spPr>
            <a:xfrm>
              <a:off x="-47333600" y="281772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50"/>
            <p:cNvSpPr/>
            <p:nvPr/>
          </p:nvSpPr>
          <p:spPr>
            <a:xfrm>
              <a:off x="-47333600" y="2852375"/>
              <a:ext cx="53600" cy="17350"/>
            </a:xfrm>
            <a:custGeom>
              <a:avLst/>
              <a:gdLst/>
              <a:ahLst/>
              <a:cxnLst/>
              <a:rect l="l" t="t" r="r" b="b"/>
              <a:pathLst>
                <a:path w="214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97" y="693"/>
                  </a:lnTo>
                  <a:cubicBezTo>
                    <a:pt x="1986" y="693"/>
                    <a:pt x="2143" y="536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50"/>
            <p:cNvSpPr/>
            <p:nvPr/>
          </p:nvSpPr>
          <p:spPr>
            <a:xfrm>
              <a:off x="-47333600" y="2887800"/>
              <a:ext cx="53600" cy="17375"/>
            </a:xfrm>
            <a:custGeom>
              <a:avLst/>
              <a:gdLst/>
              <a:ahLst/>
              <a:cxnLst/>
              <a:rect l="l" t="t" r="r" b="b"/>
              <a:pathLst>
                <a:path w="2144" h="69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1797" y="694"/>
                  </a:lnTo>
                  <a:cubicBezTo>
                    <a:pt x="1986" y="694"/>
                    <a:pt x="2143" y="537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50"/>
            <p:cNvSpPr/>
            <p:nvPr/>
          </p:nvSpPr>
          <p:spPr>
            <a:xfrm>
              <a:off x="-47527350" y="2747625"/>
              <a:ext cx="300100" cy="228425"/>
            </a:xfrm>
            <a:custGeom>
              <a:avLst/>
              <a:gdLst/>
              <a:ahLst/>
              <a:cxnLst/>
              <a:rect l="l" t="t" r="r" b="b"/>
              <a:pathLst>
                <a:path w="12004" h="9137" extrusionOk="0">
                  <a:moveTo>
                    <a:pt x="10586" y="693"/>
                  </a:moveTo>
                  <a:lnTo>
                    <a:pt x="10586" y="7026"/>
                  </a:lnTo>
                  <a:lnTo>
                    <a:pt x="1418" y="7026"/>
                  </a:lnTo>
                  <a:lnTo>
                    <a:pt x="1418" y="693"/>
                  </a:lnTo>
                  <a:close/>
                  <a:moveTo>
                    <a:pt x="11311" y="7687"/>
                  </a:moveTo>
                  <a:lnTo>
                    <a:pt x="11311" y="8412"/>
                  </a:lnTo>
                  <a:lnTo>
                    <a:pt x="725" y="8412"/>
                  </a:lnTo>
                  <a:lnTo>
                    <a:pt x="725" y="7687"/>
                  </a:lnTo>
                  <a:close/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026"/>
                  </a:lnTo>
                  <a:lnTo>
                    <a:pt x="347" y="7026"/>
                  </a:lnTo>
                  <a:cubicBezTo>
                    <a:pt x="158" y="7026"/>
                    <a:pt x="1" y="7183"/>
                    <a:pt x="1" y="7372"/>
                  </a:cubicBezTo>
                  <a:lnTo>
                    <a:pt x="1" y="8790"/>
                  </a:lnTo>
                  <a:cubicBezTo>
                    <a:pt x="1" y="8979"/>
                    <a:pt x="158" y="9136"/>
                    <a:pt x="347" y="9136"/>
                  </a:cubicBezTo>
                  <a:lnTo>
                    <a:pt x="11658" y="9136"/>
                  </a:lnTo>
                  <a:cubicBezTo>
                    <a:pt x="11847" y="9136"/>
                    <a:pt x="12004" y="8979"/>
                    <a:pt x="12004" y="8790"/>
                  </a:cubicBezTo>
                  <a:lnTo>
                    <a:pt x="12004" y="7372"/>
                  </a:lnTo>
                  <a:cubicBezTo>
                    <a:pt x="12004" y="7183"/>
                    <a:pt x="11847" y="7026"/>
                    <a:pt x="11658" y="7026"/>
                  </a:cubicBezTo>
                  <a:lnTo>
                    <a:pt x="11311" y="7026"/>
                  </a:lnTo>
                  <a:lnTo>
                    <a:pt x="11311" y="378"/>
                  </a:lnTo>
                  <a:cubicBezTo>
                    <a:pt x="11311" y="158"/>
                    <a:pt x="11153" y="0"/>
                    <a:pt x="10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50"/>
          <p:cNvSpPr/>
          <p:nvPr/>
        </p:nvSpPr>
        <p:spPr>
          <a:xfrm>
            <a:off x="4915391" y="2247847"/>
            <a:ext cx="314961" cy="357274"/>
          </a:xfrm>
          <a:custGeom>
            <a:avLst/>
            <a:gdLst/>
            <a:ahLst/>
            <a:cxnLst/>
            <a:rect l="l" t="t" r="r" b="b"/>
            <a:pathLst>
              <a:path w="10555" h="11973" extrusionOk="0">
                <a:moveTo>
                  <a:pt x="3151" y="2836"/>
                </a:moveTo>
                <a:cubicBezTo>
                  <a:pt x="3340" y="2836"/>
                  <a:pt x="3498" y="2994"/>
                  <a:pt x="3498" y="3183"/>
                </a:cubicBezTo>
                <a:lnTo>
                  <a:pt x="3498" y="3529"/>
                </a:lnTo>
                <a:lnTo>
                  <a:pt x="2805" y="3529"/>
                </a:lnTo>
                <a:lnTo>
                  <a:pt x="2805" y="3183"/>
                </a:lnTo>
                <a:cubicBezTo>
                  <a:pt x="2805" y="2994"/>
                  <a:pt x="2962" y="2836"/>
                  <a:pt x="3151" y="2836"/>
                </a:cubicBezTo>
                <a:close/>
                <a:moveTo>
                  <a:pt x="9862" y="4191"/>
                </a:moveTo>
                <a:lnTo>
                  <a:pt x="9862" y="5262"/>
                </a:lnTo>
                <a:cubicBezTo>
                  <a:pt x="9862" y="5451"/>
                  <a:pt x="9704" y="5609"/>
                  <a:pt x="9484" y="5609"/>
                </a:cubicBezTo>
                <a:cubicBezTo>
                  <a:pt x="9295" y="5609"/>
                  <a:pt x="9137" y="5451"/>
                  <a:pt x="9137" y="5262"/>
                </a:cubicBezTo>
                <a:lnTo>
                  <a:pt x="9137" y="4191"/>
                </a:lnTo>
                <a:close/>
                <a:moveTo>
                  <a:pt x="3151" y="5609"/>
                </a:moveTo>
                <a:cubicBezTo>
                  <a:pt x="3340" y="5609"/>
                  <a:pt x="3498" y="5766"/>
                  <a:pt x="3498" y="5987"/>
                </a:cubicBezTo>
                <a:cubicBezTo>
                  <a:pt x="3498" y="6176"/>
                  <a:pt x="3340" y="6333"/>
                  <a:pt x="3151" y="6333"/>
                </a:cubicBezTo>
                <a:cubicBezTo>
                  <a:pt x="2962" y="6333"/>
                  <a:pt x="2805" y="6176"/>
                  <a:pt x="2805" y="5987"/>
                </a:cubicBezTo>
                <a:cubicBezTo>
                  <a:pt x="2805" y="5766"/>
                  <a:pt x="2962" y="5609"/>
                  <a:pt x="3151" y="5609"/>
                </a:cubicBezTo>
                <a:close/>
                <a:moveTo>
                  <a:pt x="3592" y="4254"/>
                </a:moveTo>
                <a:cubicBezTo>
                  <a:pt x="4695" y="4443"/>
                  <a:pt x="5640" y="5451"/>
                  <a:pt x="5640" y="6680"/>
                </a:cubicBezTo>
                <a:lnTo>
                  <a:pt x="5640" y="8822"/>
                </a:lnTo>
                <a:cubicBezTo>
                  <a:pt x="5640" y="10145"/>
                  <a:pt x="4538" y="11248"/>
                  <a:pt x="3183" y="11248"/>
                </a:cubicBezTo>
                <a:cubicBezTo>
                  <a:pt x="1860" y="11248"/>
                  <a:pt x="757" y="10145"/>
                  <a:pt x="757" y="8822"/>
                </a:cubicBezTo>
                <a:lnTo>
                  <a:pt x="757" y="6680"/>
                </a:lnTo>
                <a:cubicBezTo>
                  <a:pt x="757" y="5451"/>
                  <a:pt x="1671" y="4443"/>
                  <a:pt x="2868" y="4254"/>
                </a:cubicBezTo>
                <a:lnTo>
                  <a:pt x="2868" y="4979"/>
                </a:lnTo>
                <a:cubicBezTo>
                  <a:pt x="2490" y="5136"/>
                  <a:pt x="2175" y="5546"/>
                  <a:pt x="2175" y="5987"/>
                </a:cubicBezTo>
                <a:cubicBezTo>
                  <a:pt x="2175" y="6396"/>
                  <a:pt x="2458" y="6837"/>
                  <a:pt x="2868" y="6963"/>
                </a:cubicBezTo>
                <a:lnTo>
                  <a:pt x="2868" y="7341"/>
                </a:lnTo>
                <a:cubicBezTo>
                  <a:pt x="2868" y="7562"/>
                  <a:pt x="3025" y="7719"/>
                  <a:pt x="3246" y="7719"/>
                </a:cubicBezTo>
                <a:cubicBezTo>
                  <a:pt x="3435" y="7719"/>
                  <a:pt x="3592" y="7562"/>
                  <a:pt x="3592" y="7341"/>
                </a:cubicBezTo>
                <a:lnTo>
                  <a:pt x="3592" y="6963"/>
                </a:lnTo>
                <a:cubicBezTo>
                  <a:pt x="3970" y="6806"/>
                  <a:pt x="4286" y="6396"/>
                  <a:pt x="4286" y="5987"/>
                </a:cubicBezTo>
                <a:cubicBezTo>
                  <a:pt x="4286" y="5546"/>
                  <a:pt x="4033" y="5105"/>
                  <a:pt x="3592" y="4979"/>
                </a:cubicBezTo>
                <a:lnTo>
                  <a:pt x="3592" y="4254"/>
                </a:lnTo>
                <a:close/>
                <a:moveTo>
                  <a:pt x="5294" y="1"/>
                </a:moveTo>
                <a:cubicBezTo>
                  <a:pt x="4033" y="1"/>
                  <a:pt x="2994" y="946"/>
                  <a:pt x="2836" y="2143"/>
                </a:cubicBezTo>
                <a:cubicBezTo>
                  <a:pt x="2427" y="2301"/>
                  <a:pt x="2143" y="2710"/>
                  <a:pt x="2143" y="3151"/>
                </a:cubicBezTo>
                <a:lnTo>
                  <a:pt x="2143" y="3687"/>
                </a:lnTo>
                <a:cubicBezTo>
                  <a:pt x="914" y="4128"/>
                  <a:pt x="1" y="5294"/>
                  <a:pt x="1" y="6680"/>
                </a:cubicBezTo>
                <a:lnTo>
                  <a:pt x="1" y="8822"/>
                </a:lnTo>
                <a:cubicBezTo>
                  <a:pt x="1" y="10555"/>
                  <a:pt x="1419" y="11973"/>
                  <a:pt x="3151" y="11973"/>
                </a:cubicBezTo>
                <a:cubicBezTo>
                  <a:pt x="4884" y="11973"/>
                  <a:pt x="6302" y="10555"/>
                  <a:pt x="6302" y="8822"/>
                </a:cubicBezTo>
                <a:lnTo>
                  <a:pt x="6302" y="6680"/>
                </a:lnTo>
                <a:cubicBezTo>
                  <a:pt x="6302" y="5294"/>
                  <a:pt x="5451" y="4128"/>
                  <a:pt x="4191" y="3687"/>
                </a:cubicBezTo>
                <a:lnTo>
                  <a:pt x="4191" y="3151"/>
                </a:lnTo>
                <a:cubicBezTo>
                  <a:pt x="4191" y="2710"/>
                  <a:pt x="3907" y="2301"/>
                  <a:pt x="3529" y="2143"/>
                </a:cubicBezTo>
                <a:cubicBezTo>
                  <a:pt x="3624" y="1293"/>
                  <a:pt x="4380" y="662"/>
                  <a:pt x="5262" y="662"/>
                </a:cubicBezTo>
                <a:cubicBezTo>
                  <a:pt x="6239" y="662"/>
                  <a:pt x="7026" y="1450"/>
                  <a:pt x="7026" y="2427"/>
                </a:cubicBezTo>
                <a:lnTo>
                  <a:pt x="7026" y="8413"/>
                </a:lnTo>
                <a:cubicBezTo>
                  <a:pt x="7026" y="9200"/>
                  <a:pt x="7657" y="9830"/>
                  <a:pt x="8444" y="9830"/>
                </a:cubicBezTo>
                <a:cubicBezTo>
                  <a:pt x="9232" y="9830"/>
                  <a:pt x="9862" y="9200"/>
                  <a:pt x="9862" y="8413"/>
                </a:cubicBezTo>
                <a:lnTo>
                  <a:pt x="9862" y="6239"/>
                </a:lnTo>
                <a:cubicBezTo>
                  <a:pt x="10240" y="6081"/>
                  <a:pt x="10555" y="5703"/>
                  <a:pt x="10555" y="5262"/>
                </a:cubicBezTo>
                <a:lnTo>
                  <a:pt x="10555" y="3844"/>
                </a:lnTo>
                <a:cubicBezTo>
                  <a:pt x="10555" y="3687"/>
                  <a:pt x="10397" y="3529"/>
                  <a:pt x="10208" y="3529"/>
                </a:cubicBezTo>
                <a:lnTo>
                  <a:pt x="9862" y="3529"/>
                </a:lnTo>
                <a:lnTo>
                  <a:pt x="9862" y="2458"/>
                </a:lnTo>
                <a:cubicBezTo>
                  <a:pt x="9862" y="2269"/>
                  <a:pt x="9704" y="2112"/>
                  <a:pt x="9515" y="2112"/>
                </a:cubicBezTo>
                <a:cubicBezTo>
                  <a:pt x="9295" y="2112"/>
                  <a:pt x="9137" y="2269"/>
                  <a:pt x="9137" y="2458"/>
                </a:cubicBezTo>
                <a:lnTo>
                  <a:pt x="9137" y="3529"/>
                </a:lnTo>
                <a:lnTo>
                  <a:pt x="8791" y="3529"/>
                </a:lnTo>
                <a:cubicBezTo>
                  <a:pt x="8602" y="3529"/>
                  <a:pt x="8444" y="3687"/>
                  <a:pt x="8444" y="3876"/>
                </a:cubicBezTo>
                <a:lnTo>
                  <a:pt x="8444" y="5294"/>
                </a:lnTo>
                <a:cubicBezTo>
                  <a:pt x="8444" y="5766"/>
                  <a:pt x="8728" y="6176"/>
                  <a:pt x="9137" y="6302"/>
                </a:cubicBezTo>
                <a:lnTo>
                  <a:pt x="9137" y="8444"/>
                </a:lnTo>
                <a:cubicBezTo>
                  <a:pt x="9137" y="8854"/>
                  <a:pt x="8822" y="9169"/>
                  <a:pt x="8444" y="9169"/>
                </a:cubicBezTo>
                <a:cubicBezTo>
                  <a:pt x="8035" y="9169"/>
                  <a:pt x="7720" y="8854"/>
                  <a:pt x="7720" y="8444"/>
                </a:cubicBezTo>
                <a:lnTo>
                  <a:pt x="7720" y="2458"/>
                </a:lnTo>
                <a:cubicBezTo>
                  <a:pt x="7720" y="1103"/>
                  <a:pt x="6617" y="1"/>
                  <a:pt x="529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50"/>
          <p:cNvSpPr/>
          <p:nvPr/>
        </p:nvSpPr>
        <p:spPr>
          <a:xfrm>
            <a:off x="7360747" y="643113"/>
            <a:ext cx="299490" cy="335145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5" name="Google Shape;1105;p50"/>
          <p:cNvGrpSpPr/>
          <p:nvPr/>
        </p:nvGrpSpPr>
        <p:grpSpPr>
          <a:xfrm>
            <a:off x="6102944" y="584742"/>
            <a:ext cx="1206195" cy="1177623"/>
            <a:chOff x="2180272" y="-464800"/>
            <a:chExt cx="1256977" cy="1227202"/>
          </a:xfrm>
        </p:grpSpPr>
        <p:sp>
          <p:nvSpPr>
            <p:cNvPr id="1106" name="Google Shape;1106;p5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50"/>
          <p:cNvGrpSpPr/>
          <p:nvPr/>
        </p:nvGrpSpPr>
        <p:grpSpPr>
          <a:xfrm flipH="1">
            <a:off x="7757819" y="2735017"/>
            <a:ext cx="1206195" cy="1177623"/>
            <a:chOff x="2180272" y="-464800"/>
            <a:chExt cx="1256977" cy="1227202"/>
          </a:xfrm>
        </p:grpSpPr>
        <p:sp>
          <p:nvSpPr>
            <p:cNvPr id="1109" name="Google Shape;1109;p50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43"/>
          <p:cNvGrpSpPr/>
          <p:nvPr/>
        </p:nvGrpSpPr>
        <p:grpSpPr>
          <a:xfrm>
            <a:off x="4499950" y="1368451"/>
            <a:ext cx="3271707" cy="2995381"/>
            <a:chOff x="1083450" y="1217401"/>
            <a:chExt cx="3271707" cy="2995381"/>
          </a:xfrm>
        </p:grpSpPr>
        <p:grpSp>
          <p:nvGrpSpPr>
            <p:cNvPr id="732" name="Google Shape;732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33" name="Google Shape;733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5" name="Google Shape;735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36" name="Google Shape;736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39" name="Google Shape;739;p43"/>
          <p:cNvGrpSpPr/>
          <p:nvPr/>
        </p:nvGrpSpPr>
        <p:grpSpPr>
          <a:xfrm>
            <a:off x="828150" y="1368451"/>
            <a:ext cx="3271707" cy="2995381"/>
            <a:chOff x="1083450" y="1217401"/>
            <a:chExt cx="3271707" cy="2995381"/>
          </a:xfrm>
        </p:grpSpPr>
        <p:grpSp>
          <p:nvGrpSpPr>
            <p:cNvPr id="740" name="Google Shape;740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41" name="Google Shape;741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3" name="Google Shape;743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44" name="Google Shape;744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7" name="Google Shape;747;p43"/>
          <p:cNvGrpSpPr/>
          <p:nvPr/>
        </p:nvGrpSpPr>
        <p:grpSpPr>
          <a:xfrm>
            <a:off x="4755250" y="1608726"/>
            <a:ext cx="3271707" cy="2995381"/>
            <a:chOff x="1083450" y="1217401"/>
            <a:chExt cx="3271707" cy="2995381"/>
          </a:xfrm>
        </p:grpSpPr>
        <p:grpSp>
          <p:nvGrpSpPr>
            <p:cNvPr id="748" name="Google Shape;748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49" name="Google Shape;749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52" name="Google Shape;752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5" name="Google Shape;755;p43"/>
          <p:cNvGrpSpPr/>
          <p:nvPr/>
        </p:nvGrpSpPr>
        <p:grpSpPr>
          <a:xfrm>
            <a:off x="1083450" y="1608726"/>
            <a:ext cx="3271707" cy="2995381"/>
            <a:chOff x="1083450" y="1217401"/>
            <a:chExt cx="3271707" cy="2995381"/>
          </a:xfrm>
        </p:grpSpPr>
        <p:grpSp>
          <p:nvGrpSpPr>
            <p:cNvPr id="756" name="Google Shape;756;p43"/>
            <p:cNvGrpSpPr/>
            <p:nvPr/>
          </p:nvGrpSpPr>
          <p:grpSpPr>
            <a:xfrm>
              <a:off x="1083450" y="1217401"/>
              <a:ext cx="3271707" cy="2995381"/>
              <a:chOff x="2405732" y="637799"/>
              <a:chExt cx="6025242" cy="2978108"/>
            </a:xfrm>
          </p:grpSpPr>
          <p:sp>
            <p:nvSpPr>
              <p:cNvPr id="757" name="Google Shape;757;p43"/>
              <p:cNvSpPr/>
              <p:nvPr/>
            </p:nvSpPr>
            <p:spPr>
              <a:xfrm>
                <a:off x="2405732" y="963608"/>
                <a:ext cx="6024900" cy="26523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3"/>
              <p:cNvSpPr/>
              <p:nvPr/>
            </p:nvSpPr>
            <p:spPr>
              <a:xfrm>
                <a:off x="2406075" y="637799"/>
                <a:ext cx="60249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9" name="Google Shape;759;p43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760" name="Google Shape;760;p43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3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3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63" name="Google Shape;763;p4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 art para Okto</a:t>
            </a:r>
            <a:endParaRPr dirty="0"/>
          </a:p>
        </p:txBody>
      </p:sp>
      <p:sp>
        <p:nvSpPr>
          <p:cNvPr id="764" name="Google Shape;764;p43"/>
          <p:cNvSpPr txBox="1">
            <a:spLocks noGrp="1"/>
          </p:cNvSpPr>
          <p:nvPr>
            <p:ph type="subTitle" idx="1"/>
          </p:nvPr>
        </p:nvSpPr>
        <p:spPr>
          <a:xfrm>
            <a:off x="1245100" y="3570282"/>
            <a:ext cx="29484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planet in the Solar System</a:t>
            </a:r>
            <a:endParaRPr/>
          </a:p>
        </p:txBody>
      </p:sp>
      <p:sp>
        <p:nvSpPr>
          <p:cNvPr id="765" name="Google Shape;765;p43"/>
          <p:cNvSpPr txBox="1">
            <a:spLocks noGrp="1"/>
          </p:cNvSpPr>
          <p:nvPr>
            <p:ph type="subTitle" idx="2"/>
          </p:nvPr>
        </p:nvSpPr>
        <p:spPr>
          <a:xfrm>
            <a:off x="4924400" y="3570282"/>
            <a:ext cx="29334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the second planet from the Sun, it’s terribly hot</a:t>
            </a:r>
            <a:endParaRPr/>
          </a:p>
        </p:txBody>
      </p:sp>
      <p:sp>
        <p:nvSpPr>
          <p:cNvPr id="766" name="Google Shape;766;p43"/>
          <p:cNvSpPr txBox="1">
            <a:spLocks noGrp="1"/>
          </p:cNvSpPr>
          <p:nvPr>
            <p:ph type="title" idx="3"/>
          </p:nvPr>
        </p:nvSpPr>
        <p:spPr>
          <a:xfrm>
            <a:off x="1246600" y="3252400"/>
            <a:ext cx="2945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1</a:t>
            </a:r>
            <a:endParaRPr/>
          </a:p>
        </p:txBody>
      </p:sp>
      <p:sp>
        <p:nvSpPr>
          <p:cNvPr id="767" name="Google Shape;767;p43"/>
          <p:cNvSpPr txBox="1">
            <a:spLocks noGrp="1"/>
          </p:cNvSpPr>
          <p:nvPr>
            <p:ph type="title" idx="4"/>
          </p:nvPr>
        </p:nvSpPr>
        <p:spPr>
          <a:xfrm>
            <a:off x="4916900" y="3252400"/>
            <a:ext cx="2948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2</a:t>
            </a:r>
            <a:endParaRPr/>
          </a:p>
        </p:txBody>
      </p:sp>
      <p:grpSp>
        <p:nvGrpSpPr>
          <p:cNvPr id="768" name="Google Shape;768;p43"/>
          <p:cNvGrpSpPr/>
          <p:nvPr/>
        </p:nvGrpSpPr>
        <p:grpSpPr>
          <a:xfrm flipH="1">
            <a:off x="7481519" y="356992"/>
            <a:ext cx="1206195" cy="1177623"/>
            <a:chOff x="2180272" y="-464800"/>
            <a:chExt cx="1256977" cy="1227202"/>
          </a:xfrm>
        </p:grpSpPr>
        <p:sp>
          <p:nvSpPr>
            <p:cNvPr id="769" name="Google Shape;769;p43"/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/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1" name="Google Shape;771;p43"/>
          <p:cNvSpPr/>
          <p:nvPr/>
        </p:nvSpPr>
        <p:spPr>
          <a:xfrm>
            <a:off x="8255775" y="2169416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43"/>
          <p:cNvGrpSpPr/>
          <p:nvPr/>
        </p:nvGrpSpPr>
        <p:grpSpPr>
          <a:xfrm>
            <a:off x="2381350" y="2249400"/>
            <a:ext cx="675900" cy="809700"/>
            <a:chOff x="1970600" y="969525"/>
            <a:chExt cx="675900" cy="809700"/>
          </a:xfrm>
        </p:grpSpPr>
        <p:sp>
          <p:nvSpPr>
            <p:cNvPr id="773" name="Google Shape;773;p43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75" name="Google Shape;775;p43"/>
          <p:cNvGrpSpPr/>
          <p:nvPr/>
        </p:nvGrpSpPr>
        <p:grpSpPr>
          <a:xfrm>
            <a:off x="6053150" y="2249400"/>
            <a:ext cx="675900" cy="809700"/>
            <a:chOff x="1970600" y="969525"/>
            <a:chExt cx="675900" cy="809700"/>
          </a:xfrm>
        </p:grpSpPr>
        <p:sp>
          <p:nvSpPr>
            <p:cNvPr id="776" name="Google Shape;776;p43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3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sp>
        <p:nvSpPr>
          <p:cNvPr id="778" name="Google Shape;778;p43"/>
          <p:cNvSpPr/>
          <p:nvPr/>
        </p:nvSpPr>
        <p:spPr>
          <a:xfrm>
            <a:off x="2534153" y="2391062"/>
            <a:ext cx="370293" cy="361375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9" name="Google Shape;779;p43"/>
          <p:cNvGrpSpPr/>
          <p:nvPr/>
        </p:nvGrpSpPr>
        <p:grpSpPr>
          <a:xfrm>
            <a:off x="6211442" y="2402612"/>
            <a:ext cx="359620" cy="338267"/>
            <a:chOff x="-4211975" y="2783850"/>
            <a:chExt cx="291450" cy="274100"/>
          </a:xfrm>
        </p:grpSpPr>
        <p:sp>
          <p:nvSpPr>
            <p:cNvPr id="780" name="Google Shape;780;p43"/>
            <p:cNvSpPr/>
            <p:nvPr/>
          </p:nvSpPr>
          <p:spPr>
            <a:xfrm>
              <a:off x="-4211975" y="2937125"/>
              <a:ext cx="291450" cy="120825"/>
            </a:xfrm>
            <a:custGeom>
              <a:avLst/>
              <a:gdLst/>
              <a:ahLst/>
              <a:cxnLst/>
              <a:rect l="l" t="t" r="r" b="b"/>
              <a:pathLst>
                <a:path w="11658" h="4833" extrusionOk="0">
                  <a:moveTo>
                    <a:pt x="978" y="706"/>
                  </a:moveTo>
                  <a:cubicBezTo>
                    <a:pt x="1167" y="706"/>
                    <a:pt x="1324" y="863"/>
                    <a:pt x="1324" y="1052"/>
                  </a:cubicBezTo>
                  <a:lnTo>
                    <a:pt x="1324" y="3762"/>
                  </a:lnTo>
                  <a:cubicBezTo>
                    <a:pt x="1324" y="3982"/>
                    <a:pt x="1167" y="4140"/>
                    <a:pt x="978" y="4140"/>
                  </a:cubicBezTo>
                  <a:lnTo>
                    <a:pt x="631" y="4140"/>
                  </a:lnTo>
                  <a:lnTo>
                    <a:pt x="631" y="706"/>
                  </a:lnTo>
                  <a:close/>
                  <a:moveTo>
                    <a:pt x="3866" y="717"/>
                  </a:moveTo>
                  <a:cubicBezTo>
                    <a:pt x="4374" y="717"/>
                    <a:pt x="4886" y="859"/>
                    <a:pt x="5325" y="1147"/>
                  </a:cubicBezTo>
                  <a:cubicBezTo>
                    <a:pt x="5672" y="1367"/>
                    <a:pt x="5703" y="1399"/>
                    <a:pt x="5829" y="1399"/>
                  </a:cubicBezTo>
                  <a:lnTo>
                    <a:pt x="7247" y="1399"/>
                  </a:lnTo>
                  <a:cubicBezTo>
                    <a:pt x="7436" y="1399"/>
                    <a:pt x="7594" y="1556"/>
                    <a:pt x="7594" y="1777"/>
                  </a:cubicBezTo>
                  <a:cubicBezTo>
                    <a:pt x="7594" y="1966"/>
                    <a:pt x="7436" y="2124"/>
                    <a:pt x="7247" y="2124"/>
                  </a:cubicBezTo>
                  <a:lnTo>
                    <a:pt x="4758" y="2124"/>
                  </a:lnTo>
                  <a:cubicBezTo>
                    <a:pt x="4380" y="2124"/>
                    <a:pt x="4034" y="2344"/>
                    <a:pt x="3845" y="2659"/>
                  </a:cubicBezTo>
                  <a:cubicBezTo>
                    <a:pt x="3782" y="2817"/>
                    <a:pt x="3845" y="3069"/>
                    <a:pt x="4002" y="3132"/>
                  </a:cubicBezTo>
                  <a:cubicBezTo>
                    <a:pt x="4045" y="3158"/>
                    <a:pt x="4096" y="3169"/>
                    <a:pt x="4148" y="3169"/>
                  </a:cubicBezTo>
                  <a:cubicBezTo>
                    <a:pt x="4284" y="3169"/>
                    <a:pt x="4429" y="3088"/>
                    <a:pt x="4475" y="2974"/>
                  </a:cubicBezTo>
                  <a:cubicBezTo>
                    <a:pt x="4538" y="2848"/>
                    <a:pt x="4632" y="2785"/>
                    <a:pt x="4790" y="2785"/>
                  </a:cubicBezTo>
                  <a:lnTo>
                    <a:pt x="7562" y="2785"/>
                  </a:lnTo>
                  <a:cubicBezTo>
                    <a:pt x="7783" y="2785"/>
                    <a:pt x="8003" y="2722"/>
                    <a:pt x="8192" y="2596"/>
                  </a:cubicBezTo>
                  <a:lnTo>
                    <a:pt x="10555" y="769"/>
                  </a:lnTo>
                  <a:cubicBezTo>
                    <a:pt x="10603" y="747"/>
                    <a:pt x="10649" y="737"/>
                    <a:pt x="10693" y="737"/>
                  </a:cubicBezTo>
                  <a:cubicBezTo>
                    <a:pt x="10969" y="737"/>
                    <a:pt x="11146" y="1123"/>
                    <a:pt x="10902" y="1367"/>
                  </a:cubicBezTo>
                  <a:cubicBezTo>
                    <a:pt x="10844" y="1406"/>
                    <a:pt x="10817" y="1419"/>
                    <a:pt x="10805" y="1419"/>
                  </a:cubicBezTo>
                  <a:cubicBezTo>
                    <a:pt x="10780" y="1419"/>
                    <a:pt x="10836" y="1354"/>
                    <a:pt x="10826" y="1354"/>
                  </a:cubicBezTo>
                  <a:cubicBezTo>
                    <a:pt x="10804" y="1354"/>
                    <a:pt x="10447" y="1686"/>
                    <a:pt x="8066" y="3856"/>
                  </a:cubicBezTo>
                  <a:cubicBezTo>
                    <a:pt x="7877" y="4014"/>
                    <a:pt x="7625" y="4140"/>
                    <a:pt x="7373" y="4140"/>
                  </a:cubicBezTo>
                  <a:lnTo>
                    <a:pt x="3435" y="4140"/>
                  </a:lnTo>
                  <a:cubicBezTo>
                    <a:pt x="2962" y="4140"/>
                    <a:pt x="2490" y="4014"/>
                    <a:pt x="2049" y="3825"/>
                  </a:cubicBezTo>
                  <a:lnTo>
                    <a:pt x="2049" y="1399"/>
                  </a:lnTo>
                  <a:lnTo>
                    <a:pt x="2332" y="1210"/>
                  </a:lnTo>
                  <a:cubicBezTo>
                    <a:pt x="2774" y="883"/>
                    <a:pt x="3318" y="717"/>
                    <a:pt x="3866" y="717"/>
                  </a:cubicBezTo>
                  <a:close/>
                  <a:moveTo>
                    <a:pt x="3817" y="0"/>
                  </a:moveTo>
                  <a:cubicBezTo>
                    <a:pt x="3151" y="0"/>
                    <a:pt x="2491" y="205"/>
                    <a:pt x="1923" y="611"/>
                  </a:cubicBezTo>
                  <a:cubicBezTo>
                    <a:pt x="1765" y="265"/>
                    <a:pt x="1419" y="13"/>
                    <a:pt x="1009" y="13"/>
                  </a:cubicBezTo>
                  <a:lnTo>
                    <a:pt x="348" y="13"/>
                  </a:lnTo>
                  <a:cubicBezTo>
                    <a:pt x="159" y="13"/>
                    <a:pt x="1" y="170"/>
                    <a:pt x="1" y="391"/>
                  </a:cubicBezTo>
                  <a:lnTo>
                    <a:pt x="1" y="4486"/>
                  </a:lnTo>
                  <a:cubicBezTo>
                    <a:pt x="1" y="4675"/>
                    <a:pt x="159" y="4833"/>
                    <a:pt x="348" y="4833"/>
                  </a:cubicBezTo>
                  <a:lnTo>
                    <a:pt x="1009" y="4833"/>
                  </a:lnTo>
                  <a:cubicBezTo>
                    <a:pt x="1324" y="4833"/>
                    <a:pt x="1608" y="4675"/>
                    <a:pt x="1797" y="4486"/>
                  </a:cubicBezTo>
                  <a:cubicBezTo>
                    <a:pt x="2332" y="4707"/>
                    <a:pt x="2868" y="4833"/>
                    <a:pt x="3435" y="4833"/>
                  </a:cubicBezTo>
                  <a:lnTo>
                    <a:pt x="7373" y="4833"/>
                  </a:lnTo>
                  <a:cubicBezTo>
                    <a:pt x="7783" y="4833"/>
                    <a:pt x="8192" y="4675"/>
                    <a:pt x="8507" y="4392"/>
                  </a:cubicBezTo>
                  <a:cubicBezTo>
                    <a:pt x="8539" y="4392"/>
                    <a:pt x="11217" y="1903"/>
                    <a:pt x="11248" y="1872"/>
                  </a:cubicBezTo>
                  <a:cubicBezTo>
                    <a:pt x="11406" y="1809"/>
                    <a:pt x="11658" y="1493"/>
                    <a:pt x="11658" y="1084"/>
                  </a:cubicBezTo>
                  <a:cubicBezTo>
                    <a:pt x="11658" y="454"/>
                    <a:pt x="11185" y="44"/>
                    <a:pt x="10618" y="44"/>
                  </a:cubicBezTo>
                  <a:cubicBezTo>
                    <a:pt x="10303" y="44"/>
                    <a:pt x="10051" y="202"/>
                    <a:pt x="9925" y="296"/>
                  </a:cubicBezTo>
                  <a:lnTo>
                    <a:pt x="8192" y="1619"/>
                  </a:lnTo>
                  <a:cubicBezTo>
                    <a:pt x="8098" y="1084"/>
                    <a:pt x="7688" y="706"/>
                    <a:pt x="7153" y="706"/>
                  </a:cubicBezTo>
                  <a:lnTo>
                    <a:pt x="5861" y="706"/>
                  </a:lnTo>
                  <a:lnTo>
                    <a:pt x="5640" y="548"/>
                  </a:lnTo>
                  <a:cubicBezTo>
                    <a:pt x="5075" y="182"/>
                    <a:pt x="4444" y="0"/>
                    <a:pt x="3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3"/>
            <p:cNvSpPr/>
            <p:nvPr/>
          </p:nvSpPr>
          <p:spPr>
            <a:xfrm>
              <a:off x="-4109575" y="2783850"/>
              <a:ext cx="153625" cy="154400"/>
            </a:xfrm>
            <a:custGeom>
              <a:avLst/>
              <a:gdLst/>
              <a:ahLst/>
              <a:cxnLst/>
              <a:rect l="l" t="t" r="r" b="b"/>
              <a:pathLst>
                <a:path w="6145" h="6176" extrusionOk="0">
                  <a:moveTo>
                    <a:pt x="3057" y="693"/>
                  </a:moveTo>
                  <a:cubicBezTo>
                    <a:pt x="4411" y="693"/>
                    <a:pt x="5482" y="1765"/>
                    <a:pt x="5482" y="3088"/>
                  </a:cubicBezTo>
                  <a:cubicBezTo>
                    <a:pt x="5482" y="4442"/>
                    <a:pt x="4411" y="5482"/>
                    <a:pt x="3057" y="5482"/>
                  </a:cubicBezTo>
                  <a:cubicBezTo>
                    <a:pt x="1733" y="5482"/>
                    <a:pt x="662" y="4442"/>
                    <a:pt x="662" y="3088"/>
                  </a:cubicBezTo>
                  <a:cubicBezTo>
                    <a:pt x="662" y="1765"/>
                    <a:pt x="1733" y="693"/>
                    <a:pt x="3057" y="693"/>
                  </a:cubicBezTo>
                  <a:close/>
                  <a:moveTo>
                    <a:pt x="3057" y="0"/>
                  </a:moveTo>
                  <a:cubicBezTo>
                    <a:pt x="1387" y="0"/>
                    <a:pt x="1" y="1387"/>
                    <a:pt x="1" y="3088"/>
                  </a:cubicBezTo>
                  <a:cubicBezTo>
                    <a:pt x="1" y="4789"/>
                    <a:pt x="1387" y="6175"/>
                    <a:pt x="3057" y="6175"/>
                  </a:cubicBezTo>
                  <a:cubicBezTo>
                    <a:pt x="4758" y="6175"/>
                    <a:pt x="6144" y="4789"/>
                    <a:pt x="6144" y="3088"/>
                  </a:cubicBezTo>
                  <a:cubicBezTo>
                    <a:pt x="6144" y="1387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3"/>
            <p:cNvSpPr/>
            <p:nvPr/>
          </p:nvSpPr>
          <p:spPr>
            <a:xfrm>
              <a:off x="-4074925" y="281850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1671" y="631"/>
                  </a:moveTo>
                  <a:cubicBezTo>
                    <a:pt x="2238" y="631"/>
                    <a:pt x="2710" y="1103"/>
                    <a:pt x="2710" y="1670"/>
                  </a:cubicBezTo>
                  <a:cubicBezTo>
                    <a:pt x="2710" y="2206"/>
                    <a:pt x="2238" y="2678"/>
                    <a:pt x="1671" y="2678"/>
                  </a:cubicBezTo>
                  <a:cubicBezTo>
                    <a:pt x="1135" y="2678"/>
                    <a:pt x="662" y="2206"/>
                    <a:pt x="662" y="1670"/>
                  </a:cubicBezTo>
                  <a:cubicBezTo>
                    <a:pt x="662" y="1103"/>
                    <a:pt x="1135" y="631"/>
                    <a:pt x="1671" y="631"/>
                  </a:cubicBezTo>
                  <a:close/>
                  <a:moveTo>
                    <a:pt x="1671" y="1"/>
                  </a:moveTo>
                  <a:cubicBezTo>
                    <a:pt x="725" y="1"/>
                    <a:pt x="1" y="757"/>
                    <a:pt x="1" y="1702"/>
                  </a:cubicBezTo>
                  <a:cubicBezTo>
                    <a:pt x="1" y="2647"/>
                    <a:pt x="725" y="3403"/>
                    <a:pt x="1671" y="3403"/>
                  </a:cubicBezTo>
                  <a:cubicBezTo>
                    <a:pt x="2616" y="3403"/>
                    <a:pt x="3372" y="2647"/>
                    <a:pt x="3372" y="1702"/>
                  </a:cubicBezTo>
                  <a:cubicBezTo>
                    <a:pt x="3372" y="757"/>
                    <a:pt x="2616" y="1"/>
                    <a:pt x="16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agen 3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A68EC56A-25B9-CF21-BEAA-6A0812E4E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22" y="2106272"/>
            <a:ext cx="2796956" cy="2348589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1E5F531-2ADF-87CB-7CC9-09168BDD2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272" y="2035318"/>
            <a:ext cx="2854564" cy="243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>
          <a:extLst>
            <a:ext uri="{FF2B5EF4-FFF2-40B4-BE49-F238E27FC236}">
              <a16:creationId xmlns:a16="http://schemas.microsoft.com/office/drawing/2014/main" id="{DC9C01EB-389B-A69E-BA17-7BAFCEA9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4">
            <a:extLst>
              <a:ext uri="{FF2B5EF4-FFF2-40B4-BE49-F238E27FC236}">
                <a16:creationId xmlns:a16="http://schemas.microsoft.com/office/drawing/2014/main" id="{91724E5E-7EFB-ED9B-D33F-953739B7D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8675" y="3214313"/>
            <a:ext cx="40068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 okto</a:t>
            </a:r>
            <a:endParaRPr dirty="0"/>
          </a:p>
        </p:txBody>
      </p:sp>
      <p:sp>
        <p:nvSpPr>
          <p:cNvPr id="788" name="Google Shape;788;p44">
            <a:extLst>
              <a:ext uri="{FF2B5EF4-FFF2-40B4-BE49-F238E27FC236}">
                <a16:creationId xmlns:a16="http://schemas.microsoft.com/office/drawing/2014/main" id="{E1594082-F927-C5A6-5ECE-960405D1A9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34025" y="1921313"/>
            <a:ext cx="56757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Link al repositorio de </a:t>
            </a:r>
            <a:r>
              <a:rPr lang="es-MX" dirty="0" err="1"/>
              <a:t>github</a:t>
            </a:r>
            <a:r>
              <a:rPr lang="es-MX" dirty="0"/>
              <a:t>:</a:t>
            </a:r>
            <a:br>
              <a:rPr lang="es-MX" dirty="0"/>
            </a:br>
            <a:r>
              <a:rPr lang="es-MX" dirty="0"/>
              <a:t>(</a:t>
            </a:r>
            <a:r>
              <a:rPr lang="es-MX" dirty="0" err="1"/>
              <a:t>adrian</a:t>
            </a:r>
            <a:r>
              <a:rPr lang="es-MX" dirty="0"/>
              <a:t> aquí agrega eso)</a:t>
            </a:r>
            <a:endParaRPr dirty="0"/>
          </a:p>
        </p:txBody>
      </p:sp>
      <p:grpSp>
        <p:nvGrpSpPr>
          <p:cNvPr id="789" name="Google Shape;789;p44">
            <a:extLst>
              <a:ext uri="{FF2B5EF4-FFF2-40B4-BE49-F238E27FC236}">
                <a16:creationId xmlns:a16="http://schemas.microsoft.com/office/drawing/2014/main" id="{2EF73741-F8D6-680F-5E7F-E7F884FFF4D2}"/>
              </a:ext>
            </a:extLst>
          </p:cNvPr>
          <p:cNvGrpSpPr/>
          <p:nvPr/>
        </p:nvGrpSpPr>
        <p:grpSpPr>
          <a:xfrm>
            <a:off x="6933725" y="3975550"/>
            <a:ext cx="675900" cy="809700"/>
            <a:chOff x="1970600" y="969525"/>
            <a:chExt cx="675900" cy="809700"/>
          </a:xfrm>
        </p:grpSpPr>
        <p:sp>
          <p:nvSpPr>
            <p:cNvPr id="790" name="Google Shape;790;p44">
              <a:extLst>
                <a:ext uri="{FF2B5EF4-FFF2-40B4-BE49-F238E27FC236}">
                  <a16:creationId xmlns:a16="http://schemas.microsoft.com/office/drawing/2014/main" id="{4F0A3599-F802-13F4-91C6-417AC51D4DE5}"/>
                </a:ext>
              </a:extLst>
            </p:cNvPr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4">
              <a:extLst>
                <a:ext uri="{FF2B5EF4-FFF2-40B4-BE49-F238E27FC236}">
                  <a16:creationId xmlns:a16="http://schemas.microsoft.com/office/drawing/2014/main" id="{7DDFAA71-CC8D-0047-7949-EDCBF3ECD502}"/>
                </a:ext>
              </a:extLst>
            </p:cNvPr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A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92" name="Google Shape;792;p44">
            <a:extLst>
              <a:ext uri="{FF2B5EF4-FFF2-40B4-BE49-F238E27FC236}">
                <a16:creationId xmlns:a16="http://schemas.microsoft.com/office/drawing/2014/main" id="{1EA871B5-1EF3-25D3-6BB2-928C7D9EFACC}"/>
              </a:ext>
            </a:extLst>
          </p:cNvPr>
          <p:cNvGrpSpPr/>
          <p:nvPr/>
        </p:nvGrpSpPr>
        <p:grpSpPr>
          <a:xfrm>
            <a:off x="469025" y="1565388"/>
            <a:ext cx="675900" cy="809700"/>
            <a:chOff x="1970600" y="969525"/>
            <a:chExt cx="675900" cy="809700"/>
          </a:xfrm>
        </p:grpSpPr>
        <p:sp>
          <p:nvSpPr>
            <p:cNvPr id="793" name="Google Shape;793;p44">
              <a:extLst>
                <a:ext uri="{FF2B5EF4-FFF2-40B4-BE49-F238E27FC236}">
                  <a16:creationId xmlns:a16="http://schemas.microsoft.com/office/drawing/2014/main" id="{816EDF74-FE2B-D9D6-5E8D-96707DFE90AB}"/>
                </a:ext>
              </a:extLst>
            </p:cNvPr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4">
              <a:extLst>
                <a:ext uri="{FF2B5EF4-FFF2-40B4-BE49-F238E27FC236}">
                  <a16:creationId xmlns:a16="http://schemas.microsoft.com/office/drawing/2014/main" id="{03CE174D-36E0-1B64-5614-06503FA1A073}"/>
                </a:ext>
              </a:extLst>
            </p:cNvPr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?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95" name="Google Shape;795;p44">
            <a:extLst>
              <a:ext uri="{FF2B5EF4-FFF2-40B4-BE49-F238E27FC236}">
                <a16:creationId xmlns:a16="http://schemas.microsoft.com/office/drawing/2014/main" id="{8DE73CEF-8B89-580B-4A86-A877F6FEB78E}"/>
              </a:ext>
            </a:extLst>
          </p:cNvPr>
          <p:cNvGrpSpPr/>
          <p:nvPr/>
        </p:nvGrpSpPr>
        <p:grpSpPr>
          <a:xfrm>
            <a:off x="1514788" y="3462475"/>
            <a:ext cx="675900" cy="809700"/>
            <a:chOff x="1970600" y="969525"/>
            <a:chExt cx="675900" cy="809700"/>
          </a:xfrm>
        </p:grpSpPr>
        <p:sp>
          <p:nvSpPr>
            <p:cNvPr id="796" name="Google Shape;796;p44">
              <a:extLst>
                <a:ext uri="{FF2B5EF4-FFF2-40B4-BE49-F238E27FC236}">
                  <a16:creationId xmlns:a16="http://schemas.microsoft.com/office/drawing/2014/main" id="{93BBFB46-C8C3-FDF3-6CA6-E0C46798BAB3}"/>
                </a:ext>
              </a:extLst>
            </p:cNvPr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4">
              <a:extLst>
                <a:ext uri="{FF2B5EF4-FFF2-40B4-BE49-F238E27FC236}">
                  <a16:creationId xmlns:a16="http://schemas.microsoft.com/office/drawing/2014/main" id="{22A9D5C8-96AD-9E2C-D013-77AE897701D3}"/>
                </a:ext>
              </a:extLst>
            </p:cNvPr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B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798" name="Google Shape;798;p44">
            <a:extLst>
              <a:ext uri="{FF2B5EF4-FFF2-40B4-BE49-F238E27FC236}">
                <a16:creationId xmlns:a16="http://schemas.microsoft.com/office/drawing/2014/main" id="{16BB684C-E5C3-DD68-19C5-CBA83DAA9021}"/>
              </a:ext>
            </a:extLst>
          </p:cNvPr>
          <p:cNvGrpSpPr/>
          <p:nvPr/>
        </p:nvGrpSpPr>
        <p:grpSpPr>
          <a:xfrm>
            <a:off x="8039800" y="2005100"/>
            <a:ext cx="675900" cy="809700"/>
            <a:chOff x="1970600" y="969525"/>
            <a:chExt cx="675900" cy="809700"/>
          </a:xfrm>
        </p:grpSpPr>
        <p:sp>
          <p:nvSpPr>
            <p:cNvPr id="799" name="Google Shape;799;p44">
              <a:extLst>
                <a:ext uri="{FF2B5EF4-FFF2-40B4-BE49-F238E27FC236}">
                  <a16:creationId xmlns:a16="http://schemas.microsoft.com/office/drawing/2014/main" id="{4FDED9A7-0EF0-8A24-C7D3-932CDE6AEFA2}"/>
                </a:ext>
              </a:extLst>
            </p:cNvPr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4">
              <a:extLst>
                <a:ext uri="{FF2B5EF4-FFF2-40B4-BE49-F238E27FC236}">
                  <a16:creationId xmlns:a16="http://schemas.microsoft.com/office/drawing/2014/main" id="{8ACC69D4-1054-572A-0B85-54114656220D}"/>
                </a:ext>
              </a:extLst>
            </p:cNvPr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…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801" name="Google Shape;801;p44">
            <a:extLst>
              <a:ext uri="{FF2B5EF4-FFF2-40B4-BE49-F238E27FC236}">
                <a16:creationId xmlns:a16="http://schemas.microsoft.com/office/drawing/2014/main" id="{29C63109-BDD1-9D76-2231-ECDB8B47C56F}"/>
              </a:ext>
            </a:extLst>
          </p:cNvPr>
          <p:cNvGrpSpPr/>
          <p:nvPr/>
        </p:nvGrpSpPr>
        <p:grpSpPr>
          <a:xfrm>
            <a:off x="8092950" y="3214325"/>
            <a:ext cx="675900" cy="809700"/>
            <a:chOff x="1970600" y="969525"/>
            <a:chExt cx="675900" cy="809700"/>
          </a:xfrm>
        </p:grpSpPr>
        <p:sp>
          <p:nvSpPr>
            <p:cNvPr id="802" name="Google Shape;802;p44">
              <a:extLst>
                <a:ext uri="{FF2B5EF4-FFF2-40B4-BE49-F238E27FC236}">
                  <a16:creationId xmlns:a16="http://schemas.microsoft.com/office/drawing/2014/main" id="{3DC1D1B8-4AE0-142E-0A4F-00AEF83EACFB}"/>
                </a:ext>
              </a:extLst>
            </p:cNvPr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4">
              <a:extLst>
                <a:ext uri="{FF2B5EF4-FFF2-40B4-BE49-F238E27FC236}">
                  <a16:creationId xmlns:a16="http://schemas.microsoft.com/office/drawing/2014/main" id="{97ECE48A-E5A9-B703-1E4D-AA19966D9127}"/>
                </a:ext>
              </a:extLst>
            </p:cNvPr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2</a:t>
              </a:r>
              <a:endPara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804" name="Google Shape;804;p44">
            <a:extLst>
              <a:ext uri="{FF2B5EF4-FFF2-40B4-BE49-F238E27FC236}">
                <a16:creationId xmlns:a16="http://schemas.microsoft.com/office/drawing/2014/main" id="{082FA1AF-E724-9766-2CE7-77AEA8E98447}"/>
              </a:ext>
            </a:extLst>
          </p:cNvPr>
          <p:cNvGrpSpPr/>
          <p:nvPr/>
        </p:nvGrpSpPr>
        <p:grpSpPr>
          <a:xfrm flipH="1">
            <a:off x="5727519" y="449917"/>
            <a:ext cx="1206195" cy="1177623"/>
            <a:chOff x="2180272" y="-464800"/>
            <a:chExt cx="1256977" cy="1227202"/>
          </a:xfrm>
        </p:grpSpPr>
        <p:sp>
          <p:nvSpPr>
            <p:cNvPr id="805" name="Google Shape;805;p44">
              <a:extLst>
                <a:ext uri="{FF2B5EF4-FFF2-40B4-BE49-F238E27FC236}">
                  <a16:creationId xmlns:a16="http://schemas.microsoft.com/office/drawing/2014/main" id="{E983437E-7D00-5AFE-9ACC-2C4D0B2942F0}"/>
                </a:ext>
              </a:extLst>
            </p:cNvPr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4">
              <a:extLst>
                <a:ext uri="{FF2B5EF4-FFF2-40B4-BE49-F238E27FC236}">
                  <a16:creationId xmlns:a16="http://schemas.microsoft.com/office/drawing/2014/main" id="{4992602D-80C1-B17F-059B-46B3BA3CC004}"/>
                </a:ext>
              </a:extLst>
            </p:cNvPr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4">
            <a:extLst>
              <a:ext uri="{FF2B5EF4-FFF2-40B4-BE49-F238E27FC236}">
                <a16:creationId xmlns:a16="http://schemas.microsoft.com/office/drawing/2014/main" id="{4B3766CD-AF0B-9695-08A6-6BD9CBE8B441}"/>
              </a:ext>
            </a:extLst>
          </p:cNvPr>
          <p:cNvSpPr/>
          <p:nvPr/>
        </p:nvSpPr>
        <p:spPr>
          <a:xfrm>
            <a:off x="7409725" y="1392941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4">
            <a:extLst>
              <a:ext uri="{FF2B5EF4-FFF2-40B4-BE49-F238E27FC236}">
                <a16:creationId xmlns:a16="http://schemas.microsoft.com/office/drawing/2014/main" id="{CA7B45AF-47A3-44CE-4817-F9B606371909}"/>
              </a:ext>
            </a:extLst>
          </p:cNvPr>
          <p:cNvSpPr/>
          <p:nvPr/>
        </p:nvSpPr>
        <p:spPr>
          <a:xfrm>
            <a:off x="957550" y="3214329"/>
            <a:ext cx="350229" cy="39193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9" name="Google Shape;809;p44">
            <a:extLst>
              <a:ext uri="{FF2B5EF4-FFF2-40B4-BE49-F238E27FC236}">
                <a16:creationId xmlns:a16="http://schemas.microsoft.com/office/drawing/2014/main" id="{AF512291-F40A-BB00-1286-BE42BDE08A8F}"/>
              </a:ext>
            </a:extLst>
          </p:cNvPr>
          <p:cNvGrpSpPr/>
          <p:nvPr/>
        </p:nvGrpSpPr>
        <p:grpSpPr>
          <a:xfrm>
            <a:off x="4235875" y="817850"/>
            <a:ext cx="675900" cy="809700"/>
            <a:chOff x="1970600" y="969525"/>
            <a:chExt cx="675900" cy="809700"/>
          </a:xfrm>
        </p:grpSpPr>
        <p:sp>
          <p:nvSpPr>
            <p:cNvPr id="810" name="Google Shape;810;p44">
              <a:extLst>
                <a:ext uri="{FF2B5EF4-FFF2-40B4-BE49-F238E27FC236}">
                  <a16:creationId xmlns:a16="http://schemas.microsoft.com/office/drawing/2014/main" id="{57F10479-D8D5-F3C6-4666-24868400184C}"/>
                </a:ext>
              </a:extLst>
            </p:cNvPr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4">
              <a:extLst>
                <a:ext uri="{FF2B5EF4-FFF2-40B4-BE49-F238E27FC236}">
                  <a16:creationId xmlns:a16="http://schemas.microsoft.com/office/drawing/2014/main" id="{E18A8E54-A6FD-10BA-0360-A408AAB78CFC}"/>
                </a:ext>
              </a:extLst>
            </p:cNvPr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“</a:t>
              </a:r>
              <a:endParaRPr sz="2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sp>
        <p:nvSpPr>
          <p:cNvPr id="812" name="Google Shape;812;p44">
            <a:extLst>
              <a:ext uri="{FF2B5EF4-FFF2-40B4-BE49-F238E27FC236}">
                <a16:creationId xmlns:a16="http://schemas.microsoft.com/office/drawing/2014/main" id="{3947FCAC-1331-7EFB-3F8A-6856D4AB704E}"/>
              </a:ext>
            </a:extLst>
          </p:cNvPr>
          <p:cNvSpPr/>
          <p:nvPr/>
        </p:nvSpPr>
        <p:spPr>
          <a:xfrm>
            <a:off x="2568675" y="1229311"/>
            <a:ext cx="300322" cy="336098"/>
          </a:xfrm>
          <a:custGeom>
            <a:avLst/>
            <a:gdLst/>
            <a:ahLst/>
            <a:cxnLst/>
            <a:rect l="l" t="t" r="r" b="b"/>
            <a:pathLst>
              <a:path w="3871" h="4332" extrusionOk="0">
                <a:moveTo>
                  <a:pt x="1942" y="1"/>
                </a:moveTo>
                <a:cubicBezTo>
                  <a:pt x="1894" y="1"/>
                  <a:pt x="1846" y="24"/>
                  <a:pt x="1823" y="72"/>
                </a:cubicBezTo>
                <a:cubicBezTo>
                  <a:pt x="1596" y="572"/>
                  <a:pt x="1513" y="1167"/>
                  <a:pt x="1465" y="1703"/>
                </a:cubicBezTo>
                <a:cubicBezTo>
                  <a:pt x="1001" y="1739"/>
                  <a:pt x="513" y="1834"/>
                  <a:pt x="108" y="2037"/>
                </a:cubicBezTo>
                <a:cubicBezTo>
                  <a:pt x="1" y="2084"/>
                  <a:pt x="1" y="2239"/>
                  <a:pt x="108" y="2299"/>
                </a:cubicBezTo>
                <a:cubicBezTo>
                  <a:pt x="513" y="2501"/>
                  <a:pt x="1001" y="2596"/>
                  <a:pt x="1465" y="2632"/>
                </a:cubicBezTo>
                <a:cubicBezTo>
                  <a:pt x="1513" y="3215"/>
                  <a:pt x="1704" y="4239"/>
                  <a:pt x="1882" y="4323"/>
                </a:cubicBezTo>
                <a:cubicBezTo>
                  <a:pt x="1899" y="4328"/>
                  <a:pt x="1917" y="4331"/>
                  <a:pt x="1934" y="4331"/>
                </a:cubicBezTo>
                <a:cubicBezTo>
                  <a:pt x="1986" y="4331"/>
                  <a:pt x="2034" y="4302"/>
                  <a:pt x="2061" y="4239"/>
                </a:cubicBezTo>
                <a:cubicBezTo>
                  <a:pt x="2287" y="3751"/>
                  <a:pt x="2370" y="3156"/>
                  <a:pt x="2406" y="2620"/>
                </a:cubicBezTo>
                <a:cubicBezTo>
                  <a:pt x="2858" y="2572"/>
                  <a:pt x="3347" y="2477"/>
                  <a:pt x="3751" y="2275"/>
                </a:cubicBezTo>
                <a:cubicBezTo>
                  <a:pt x="3787" y="2263"/>
                  <a:pt x="3799" y="2251"/>
                  <a:pt x="3811" y="2215"/>
                </a:cubicBezTo>
                <a:cubicBezTo>
                  <a:pt x="3870" y="2144"/>
                  <a:pt x="3847" y="2072"/>
                  <a:pt x="3787" y="2037"/>
                </a:cubicBezTo>
                <a:cubicBezTo>
                  <a:pt x="3382" y="1834"/>
                  <a:pt x="2882" y="1727"/>
                  <a:pt x="2418" y="1703"/>
                </a:cubicBezTo>
                <a:cubicBezTo>
                  <a:pt x="2382" y="1167"/>
                  <a:pt x="2287" y="572"/>
                  <a:pt x="2061" y="72"/>
                </a:cubicBezTo>
                <a:cubicBezTo>
                  <a:pt x="2037" y="24"/>
                  <a:pt x="1989" y="1"/>
                  <a:pt x="194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44">
            <a:extLst>
              <a:ext uri="{FF2B5EF4-FFF2-40B4-BE49-F238E27FC236}">
                <a16:creationId xmlns:a16="http://schemas.microsoft.com/office/drawing/2014/main" id="{7D751B3A-0CFC-CC06-3E64-BB481E1AC2F1}"/>
              </a:ext>
            </a:extLst>
          </p:cNvPr>
          <p:cNvGrpSpPr/>
          <p:nvPr/>
        </p:nvGrpSpPr>
        <p:grpSpPr>
          <a:xfrm flipH="1">
            <a:off x="2267394" y="3791592"/>
            <a:ext cx="1206195" cy="1177623"/>
            <a:chOff x="2180272" y="-464800"/>
            <a:chExt cx="1256977" cy="1227202"/>
          </a:xfrm>
        </p:grpSpPr>
        <p:sp>
          <p:nvSpPr>
            <p:cNvPr id="814" name="Google Shape;814;p44">
              <a:extLst>
                <a:ext uri="{FF2B5EF4-FFF2-40B4-BE49-F238E27FC236}">
                  <a16:creationId xmlns:a16="http://schemas.microsoft.com/office/drawing/2014/main" id="{D96F3061-8525-599D-0D3A-1ABC5F0E7776}"/>
                </a:ext>
              </a:extLst>
            </p:cNvPr>
            <p:cNvSpPr/>
            <p:nvPr/>
          </p:nvSpPr>
          <p:spPr>
            <a:xfrm rot="1305289">
              <a:off x="2317483" y="-315805"/>
              <a:ext cx="982555" cy="929213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5400000" algn="bl" rotWithShape="0">
                <a:schemeClr val="lt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4">
              <a:extLst>
                <a:ext uri="{FF2B5EF4-FFF2-40B4-BE49-F238E27FC236}">
                  <a16:creationId xmlns:a16="http://schemas.microsoft.com/office/drawing/2014/main" id="{CC5153AE-B831-BFC5-76A3-745BA8BD21EB}"/>
                </a:ext>
              </a:extLst>
            </p:cNvPr>
            <p:cNvSpPr/>
            <p:nvPr/>
          </p:nvSpPr>
          <p:spPr>
            <a:xfrm rot="1305284">
              <a:off x="2487572" y="-154950"/>
              <a:ext cx="642378" cy="607502"/>
            </a:xfrm>
            <a:custGeom>
              <a:avLst/>
              <a:gdLst/>
              <a:ahLst/>
              <a:cxnLst/>
              <a:rect l="l" t="t" r="r" b="b"/>
              <a:pathLst>
                <a:path w="2358" h="2230" extrusionOk="0">
                  <a:moveTo>
                    <a:pt x="1231" y="0"/>
                  </a:moveTo>
                  <a:cubicBezTo>
                    <a:pt x="1192" y="0"/>
                    <a:pt x="1154" y="21"/>
                    <a:pt x="1131" y="66"/>
                  </a:cubicBezTo>
                  <a:lnTo>
                    <a:pt x="822" y="566"/>
                  </a:lnTo>
                  <a:cubicBezTo>
                    <a:pt x="810" y="602"/>
                    <a:pt x="774" y="626"/>
                    <a:pt x="726" y="626"/>
                  </a:cubicBezTo>
                  <a:lnTo>
                    <a:pt x="131" y="661"/>
                  </a:lnTo>
                  <a:cubicBezTo>
                    <a:pt x="48" y="673"/>
                    <a:pt x="0" y="780"/>
                    <a:pt x="60" y="852"/>
                  </a:cubicBezTo>
                  <a:lnTo>
                    <a:pt x="453" y="1292"/>
                  </a:lnTo>
                  <a:cubicBezTo>
                    <a:pt x="476" y="1328"/>
                    <a:pt x="488" y="1376"/>
                    <a:pt x="476" y="1399"/>
                  </a:cubicBezTo>
                  <a:lnTo>
                    <a:pt x="334" y="1983"/>
                  </a:lnTo>
                  <a:cubicBezTo>
                    <a:pt x="314" y="2051"/>
                    <a:pt x="374" y="2127"/>
                    <a:pt x="442" y="2127"/>
                  </a:cubicBezTo>
                  <a:cubicBezTo>
                    <a:pt x="457" y="2127"/>
                    <a:pt x="473" y="2123"/>
                    <a:pt x="488" y="2114"/>
                  </a:cubicBezTo>
                  <a:lnTo>
                    <a:pt x="1048" y="1876"/>
                  </a:lnTo>
                  <a:cubicBezTo>
                    <a:pt x="1055" y="1872"/>
                    <a:pt x="1064" y="1871"/>
                    <a:pt x="1074" y="1871"/>
                  </a:cubicBezTo>
                  <a:cubicBezTo>
                    <a:pt x="1098" y="1871"/>
                    <a:pt x="1126" y="1879"/>
                    <a:pt x="1143" y="1888"/>
                  </a:cubicBezTo>
                  <a:lnTo>
                    <a:pt x="1655" y="2209"/>
                  </a:lnTo>
                  <a:cubicBezTo>
                    <a:pt x="1672" y="2223"/>
                    <a:pt x="1691" y="2229"/>
                    <a:pt x="1710" y="2229"/>
                  </a:cubicBezTo>
                  <a:cubicBezTo>
                    <a:pt x="1770" y="2229"/>
                    <a:pt x="1828" y="2168"/>
                    <a:pt x="1810" y="2114"/>
                  </a:cubicBezTo>
                  <a:lnTo>
                    <a:pt x="1774" y="1519"/>
                  </a:lnTo>
                  <a:cubicBezTo>
                    <a:pt x="1774" y="1471"/>
                    <a:pt x="1786" y="1447"/>
                    <a:pt x="1810" y="1411"/>
                  </a:cubicBezTo>
                  <a:lnTo>
                    <a:pt x="2274" y="1042"/>
                  </a:lnTo>
                  <a:cubicBezTo>
                    <a:pt x="2358" y="971"/>
                    <a:pt x="2322" y="852"/>
                    <a:pt x="2239" y="840"/>
                  </a:cubicBezTo>
                  <a:lnTo>
                    <a:pt x="1643" y="697"/>
                  </a:lnTo>
                  <a:cubicBezTo>
                    <a:pt x="1608" y="685"/>
                    <a:pt x="1584" y="661"/>
                    <a:pt x="1560" y="626"/>
                  </a:cubicBezTo>
                  <a:lnTo>
                    <a:pt x="1346" y="78"/>
                  </a:lnTo>
                  <a:cubicBezTo>
                    <a:pt x="1320" y="27"/>
                    <a:pt x="127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7412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9" name="Google Shape;2019;p68"/>
          <p:cNvGrpSpPr/>
          <p:nvPr/>
        </p:nvGrpSpPr>
        <p:grpSpPr>
          <a:xfrm>
            <a:off x="2582550" y="606232"/>
            <a:ext cx="4277516" cy="3266950"/>
            <a:chOff x="77645" y="1217413"/>
            <a:chExt cx="4277516" cy="3266950"/>
          </a:xfrm>
        </p:grpSpPr>
        <p:grpSp>
          <p:nvGrpSpPr>
            <p:cNvPr id="2020" name="Google Shape;2020;p68"/>
            <p:cNvGrpSpPr/>
            <p:nvPr/>
          </p:nvGrpSpPr>
          <p:grpSpPr>
            <a:xfrm>
              <a:off x="77645" y="1217413"/>
              <a:ext cx="4277516" cy="3266950"/>
              <a:chOff x="553422" y="637810"/>
              <a:chExt cx="7877562" cy="3248111"/>
            </a:xfrm>
          </p:grpSpPr>
          <p:sp>
            <p:nvSpPr>
              <p:cNvPr id="2021" name="Google Shape;2021;p68"/>
              <p:cNvSpPr/>
              <p:nvPr/>
            </p:nvSpPr>
            <p:spPr>
              <a:xfrm>
                <a:off x="553422" y="963621"/>
                <a:ext cx="7877100" cy="2922300"/>
              </a:xfrm>
              <a:prstGeom prst="rect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68"/>
              <p:cNvSpPr/>
              <p:nvPr/>
            </p:nvSpPr>
            <p:spPr>
              <a:xfrm>
                <a:off x="553883" y="637810"/>
                <a:ext cx="7877100" cy="3303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dk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3" name="Google Shape;2023;p68"/>
            <p:cNvGrpSpPr/>
            <p:nvPr/>
          </p:nvGrpSpPr>
          <p:grpSpPr>
            <a:xfrm>
              <a:off x="3439778" y="1308429"/>
              <a:ext cx="784907" cy="155297"/>
              <a:chOff x="7189925" y="928775"/>
              <a:chExt cx="699000" cy="138300"/>
            </a:xfrm>
          </p:grpSpPr>
          <p:sp>
            <p:nvSpPr>
              <p:cNvPr id="2024" name="Google Shape;2024;p68"/>
              <p:cNvSpPr/>
              <p:nvPr/>
            </p:nvSpPr>
            <p:spPr>
              <a:xfrm>
                <a:off x="7189925" y="928775"/>
                <a:ext cx="138300" cy="138300"/>
              </a:xfrm>
              <a:prstGeom prst="ellipse">
                <a:avLst/>
              </a:prstGeom>
              <a:solidFill>
                <a:schemeClr val="lt2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68"/>
              <p:cNvSpPr/>
              <p:nvPr/>
            </p:nvSpPr>
            <p:spPr>
              <a:xfrm>
                <a:off x="7470275" y="928775"/>
                <a:ext cx="138300" cy="138300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68"/>
              <p:cNvSpPr/>
              <p:nvPr/>
            </p:nvSpPr>
            <p:spPr>
              <a:xfrm>
                <a:off x="7750625" y="928775"/>
                <a:ext cx="138300" cy="138300"/>
              </a:xfrm>
              <a:prstGeom prst="ellipse">
                <a:avLst/>
              </a:prstGeom>
              <a:solidFill>
                <a:schemeClr val="accent3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27" name="Google Shape;2027;p68"/>
          <p:cNvSpPr txBox="1">
            <a:spLocks noGrp="1"/>
          </p:cNvSpPr>
          <p:nvPr>
            <p:ph type="title"/>
          </p:nvPr>
        </p:nvSpPr>
        <p:spPr>
          <a:xfrm>
            <a:off x="2582450" y="1770995"/>
            <a:ext cx="39789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2029" name="Google Shape;2029;p68"/>
          <p:cNvGrpSpPr/>
          <p:nvPr/>
        </p:nvGrpSpPr>
        <p:grpSpPr>
          <a:xfrm rot="1124476">
            <a:off x="-1063791" y="1885755"/>
            <a:ext cx="3002061" cy="1104891"/>
            <a:chOff x="419375" y="2109025"/>
            <a:chExt cx="1137975" cy="418825"/>
          </a:xfrm>
        </p:grpSpPr>
        <p:sp>
          <p:nvSpPr>
            <p:cNvPr id="2030" name="Google Shape;2030;p68"/>
            <p:cNvSpPr/>
            <p:nvPr/>
          </p:nvSpPr>
          <p:spPr>
            <a:xfrm>
              <a:off x="434575" y="2109025"/>
              <a:ext cx="1122775" cy="418825"/>
            </a:xfrm>
            <a:custGeom>
              <a:avLst/>
              <a:gdLst/>
              <a:ahLst/>
              <a:cxnLst/>
              <a:rect l="l" t="t" r="r" b="b"/>
              <a:pathLst>
                <a:path w="44911" h="16753" extrusionOk="0">
                  <a:moveTo>
                    <a:pt x="393" y="0"/>
                  </a:moveTo>
                  <a:cubicBezTo>
                    <a:pt x="179" y="0"/>
                    <a:pt x="0" y="179"/>
                    <a:pt x="0" y="393"/>
                  </a:cubicBezTo>
                  <a:lnTo>
                    <a:pt x="0" y="16359"/>
                  </a:lnTo>
                  <a:cubicBezTo>
                    <a:pt x="0" y="16574"/>
                    <a:pt x="179" y="16752"/>
                    <a:pt x="393" y="16752"/>
                  </a:cubicBezTo>
                  <a:lnTo>
                    <a:pt x="44518" y="16752"/>
                  </a:lnTo>
                  <a:cubicBezTo>
                    <a:pt x="44732" y="16752"/>
                    <a:pt x="44911" y="16574"/>
                    <a:pt x="44911" y="16359"/>
                  </a:cubicBezTo>
                  <a:lnTo>
                    <a:pt x="44911" y="393"/>
                  </a:lnTo>
                  <a:cubicBezTo>
                    <a:pt x="44911" y="179"/>
                    <a:pt x="44732" y="0"/>
                    <a:pt x="44518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68"/>
            <p:cNvSpPr/>
            <p:nvPr/>
          </p:nvSpPr>
          <p:spPr>
            <a:xfrm>
              <a:off x="419375" y="2109025"/>
              <a:ext cx="1098675" cy="418825"/>
            </a:xfrm>
            <a:custGeom>
              <a:avLst/>
              <a:gdLst/>
              <a:ahLst/>
              <a:cxnLst/>
              <a:rect l="l" t="t" r="r" b="b"/>
              <a:pathLst>
                <a:path w="43947" h="16753" extrusionOk="0">
                  <a:moveTo>
                    <a:pt x="394" y="0"/>
                  </a:moveTo>
                  <a:cubicBezTo>
                    <a:pt x="180" y="0"/>
                    <a:pt x="1" y="179"/>
                    <a:pt x="1" y="393"/>
                  </a:cubicBezTo>
                  <a:lnTo>
                    <a:pt x="1" y="16359"/>
                  </a:lnTo>
                  <a:cubicBezTo>
                    <a:pt x="1" y="16574"/>
                    <a:pt x="180" y="16752"/>
                    <a:pt x="394" y="16752"/>
                  </a:cubicBezTo>
                  <a:lnTo>
                    <a:pt x="43554" y="16752"/>
                  </a:lnTo>
                  <a:cubicBezTo>
                    <a:pt x="43780" y="16752"/>
                    <a:pt x="43947" y="16574"/>
                    <a:pt x="43947" y="16359"/>
                  </a:cubicBezTo>
                  <a:lnTo>
                    <a:pt x="43947" y="393"/>
                  </a:lnTo>
                  <a:cubicBezTo>
                    <a:pt x="43947" y="179"/>
                    <a:pt x="43780" y="0"/>
                    <a:pt x="43554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68"/>
            <p:cNvSpPr/>
            <p:nvPr/>
          </p:nvSpPr>
          <p:spPr>
            <a:xfrm>
              <a:off x="700075" y="2428400"/>
              <a:ext cx="522125" cy="55400"/>
            </a:xfrm>
            <a:custGeom>
              <a:avLst/>
              <a:gdLst/>
              <a:ahLst/>
              <a:cxnLst/>
              <a:rect l="l" t="t" r="r" b="b"/>
              <a:pathLst>
                <a:path w="20885" h="2216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lnTo>
                    <a:pt x="1" y="2037"/>
                  </a:lnTo>
                  <a:cubicBezTo>
                    <a:pt x="1" y="2132"/>
                    <a:pt x="84" y="2215"/>
                    <a:pt x="179" y="2215"/>
                  </a:cubicBezTo>
                  <a:lnTo>
                    <a:pt x="20694" y="2215"/>
                  </a:lnTo>
                  <a:cubicBezTo>
                    <a:pt x="20801" y="2215"/>
                    <a:pt x="20884" y="2132"/>
                    <a:pt x="20884" y="2037"/>
                  </a:cubicBezTo>
                  <a:lnTo>
                    <a:pt x="20884" y="179"/>
                  </a:lnTo>
                  <a:cubicBezTo>
                    <a:pt x="20884" y="72"/>
                    <a:pt x="20801" y="1"/>
                    <a:pt x="2069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68"/>
            <p:cNvSpPr/>
            <p:nvPr/>
          </p:nvSpPr>
          <p:spPr>
            <a:xfrm>
              <a:off x="467000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68"/>
            <p:cNvSpPr/>
            <p:nvPr/>
          </p:nvSpPr>
          <p:spPr>
            <a:xfrm>
              <a:off x="58755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4"/>
                  </a:cubicBezTo>
                  <a:lnTo>
                    <a:pt x="2216" y="191"/>
                  </a:lnTo>
                  <a:cubicBezTo>
                    <a:pt x="2216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8"/>
            <p:cNvSpPr/>
            <p:nvPr/>
          </p:nvSpPr>
          <p:spPr>
            <a:xfrm>
              <a:off x="66525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8"/>
            <p:cNvSpPr/>
            <p:nvPr/>
          </p:nvSpPr>
          <p:spPr>
            <a:xfrm>
              <a:off x="742950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6" y="2132"/>
                    <a:pt x="2226" y="2024"/>
                  </a:cubicBezTo>
                  <a:lnTo>
                    <a:pt x="2226" y="191"/>
                  </a:lnTo>
                  <a:cubicBezTo>
                    <a:pt x="2226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8"/>
            <p:cNvSpPr/>
            <p:nvPr/>
          </p:nvSpPr>
          <p:spPr>
            <a:xfrm>
              <a:off x="820625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6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4"/>
                  </a:cubicBezTo>
                  <a:lnTo>
                    <a:pt x="2227" y="191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8"/>
            <p:cNvSpPr/>
            <p:nvPr/>
          </p:nvSpPr>
          <p:spPr>
            <a:xfrm>
              <a:off x="898325" y="22486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2" y="0"/>
                  </a:moveTo>
                  <a:cubicBezTo>
                    <a:pt x="95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43" y="2215"/>
                    <a:pt x="2227" y="2132"/>
                    <a:pt x="2227" y="2024"/>
                  </a:cubicBezTo>
                  <a:lnTo>
                    <a:pt x="2227" y="191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8"/>
            <p:cNvSpPr/>
            <p:nvPr/>
          </p:nvSpPr>
          <p:spPr>
            <a:xfrm>
              <a:off x="976300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8"/>
            <p:cNvSpPr/>
            <p:nvPr/>
          </p:nvSpPr>
          <p:spPr>
            <a:xfrm>
              <a:off x="1054000" y="22486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8"/>
            <p:cNvSpPr/>
            <p:nvPr/>
          </p:nvSpPr>
          <p:spPr>
            <a:xfrm>
              <a:off x="1131675" y="22486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8"/>
            <p:cNvSpPr/>
            <p:nvPr/>
          </p:nvSpPr>
          <p:spPr>
            <a:xfrm>
              <a:off x="1209375" y="22486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2024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68"/>
            <p:cNvSpPr/>
            <p:nvPr/>
          </p:nvSpPr>
          <p:spPr>
            <a:xfrm>
              <a:off x="1287050" y="22486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2024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15" y="2024"/>
                  </a:cubicBezTo>
                  <a:lnTo>
                    <a:pt x="2215" y="191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68"/>
            <p:cNvSpPr/>
            <p:nvPr/>
          </p:nvSpPr>
          <p:spPr>
            <a:xfrm>
              <a:off x="467000" y="2248325"/>
              <a:ext cx="95275" cy="55675"/>
            </a:xfrm>
            <a:custGeom>
              <a:avLst/>
              <a:gdLst/>
              <a:ahLst/>
              <a:cxnLst/>
              <a:rect l="l" t="t" r="r" b="b"/>
              <a:pathLst>
                <a:path w="3811" h="2227" extrusionOk="0">
                  <a:moveTo>
                    <a:pt x="251" y="0"/>
                  </a:moveTo>
                  <a:cubicBezTo>
                    <a:pt x="108" y="0"/>
                    <a:pt x="1" y="119"/>
                    <a:pt x="1" y="262"/>
                  </a:cubicBezTo>
                  <a:lnTo>
                    <a:pt x="1" y="1977"/>
                  </a:lnTo>
                  <a:cubicBezTo>
                    <a:pt x="1" y="2108"/>
                    <a:pt x="108" y="2227"/>
                    <a:pt x="251" y="2227"/>
                  </a:cubicBezTo>
                  <a:lnTo>
                    <a:pt x="3549" y="2227"/>
                  </a:lnTo>
                  <a:cubicBezTo>
                    <a:pt x="3692" y="2227"/>
                    <a:pt x="3811" y="2108"/>
                    <a:pt x="3811" y="1977"/>
                  </a:cubicBezTo>
                  <a:lnTo>
                    <a:pt x="3811" y="262"/>
                  </a:lnTo>
                  <a:cubicBezTo>
                    <a:pt x="3811" y="119"/>
                    <a:pt x="3692" y="0"/>
                    <a:pt x="3549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68"/>
            <p:cNvSpPr/>
            <p:nvPr/>
          </p:nvSpPr>
          <p:spPr>
            <a:xfrm>
              <a:off x="544700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68"/>
            <p:cNvSpPr/>
            <p:nvPr/>
          </p:nvSpPr>
          <p:spPr>
            <a:xfrm>
              <a:off x="622375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68"/>
            <p:cNvSpPr/>
            <p:nvPr/>
          </p:nvSpPr>
          <p:spPr>
            <a:xfrm>
              <a:off x="700075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68"/>
            <p:cNvSpPr/>
            <p:nvPr/>
          </p:nvSpPr>
          <p:spPr>
            <a:xfrm>
              <a:off x="777775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2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68"/>
            <p:cNvSpPr/>
            <p:nvPr/>
          </p:nvSpPr>
          <p:spPr>
            <a:xfrm>
              <a:off x="855450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37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44" y="1"/>
                    <a:pt x="2037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68"/>
            <p:cNvSpPr/>
            <p:nvPr/>
          </p:nvSpPr>
          <p:spPr>
            <a:xfrm>
              <a:off x="933150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203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15"/>
                    <a:pt x="203" y="2215"/>
                  </a:cubicBezTo>
                  <a:lnTo>
                    <a:pt x="2036" y="2215"/>
                  </a:lnTo>
                  <a:cubicBezTo>
                    <a:pt x="2143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43" y="1"/>
                    <a:pt x="2036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8"/>
            <p:cNvSpPr/>
            <p:nvPr/>
          </p:nvSpPr>
          <p:spPr>
            <a:xfrm>
              <a:off x="1011125" y="2157825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68"/>
            <p:cNvSpPr/>
            <p:nvPr/>
          </p:nvSpPr>
          <p:spPr>
            <a:xfrm>
              <a:off x="1088825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68"/>
            <p:cNvSpPr/>
            <p:nvPr/>
          </p:nvSpPr>
          <p:spPr>
            <a:xfrm>
              <a:off x="1166500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68"/>
            <p:cNvSpPr/>
            <p:nvPr/>
          </p:nvSpPr>
          <p:spPr>
            <a:xfrm>
              <a:off x="1244200" y="2157825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68"/>
            <p:cNvSpPr/>
            <p:nvPr/>
          </p:nvSpPr>
          <p:spPr>
            <a:xfrm>
              <a:off x="1321875" y="2157825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68"/>
            <p:cNvSpPr/>
            <p:nvPr/>
          </p:nvSpPr>
          <p:spPr>
            <a:xfrm>
              <a:off x="1399875" y="2157825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68"/>
            <p:cNvSpPr/>
            <p:nvPr/>
          </p:nvSpPr>
          <p:spPr>
            <a:xfrm>
              <a:off x="467000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68"/>
            <p:cNvSpPr/>
            <p:nvPr/>
          </p:nvSpPr>
          <p:spPr>
            <a:xfrm>
              <a:off x="544700" y="23385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4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68"/>
            <p:cNvSpPr/>
            <p:nvPr/>
          </p:nvSpPr>
          <p:spPr>
            <a:xfrm>
              <a:off x="622375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1"/>
                    <a:pt x="2216" y="2024"/>
                  </a:cubicBezTo>
                  <a:lnTo>
                    <a:pt x="2216" y="191"/>
                  </a:lnTo>
                  <a:cubicBezTo>
                    <a:pt x="2216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68"/>
            <p:cNvSpPr/>
            <p:nvPr/>
          </p:nvSpPr>
          <p:spPr>
            <a:xfrm>
              <a:off x="467000" y="2428400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68"/>
            <p:cNvSpPr/>
            <p:nvPr/>
          </p:nvSpPr>
          <p:spPr>
            <a:xfrm>
              <a:off x="544700" y="2428400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68"/>
            <p:cNvSpPr/>
            <p:nvPr/>
          </p:nvSpPr>
          <p:spPr>
            <a:xfrm>
              <a:off x="622375" y="2428400"/>
              <a:ext cx="55400" cy="55400"/>
            </a:xfrm>
            <a:custGeom>
              <a:avLst/>
              <a:gdLst/>
              <a:ahLst/>
              <a:cxnLst/>
              <a:rect l="l" t="t" r="r" b="b"/>
              <a:pathLst>
                <a:path w="2216" h="2216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68"/>
            <p:cNvSpPr/>
            <p:nvPr/>
          </p:nvSpPr>
          <p:spPr>
            <a:xfrm>
              <a:off x="700075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32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68"/>
            <p:cNvSpPr/>
            <p:nvPr/>
          </p:nvSpPr>
          <p:spPr>
            <a:xfrm>
              <a:off x="777775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2" y="0"/>
                  </a:moveTo>
                  <a:cubicBezTo>
                    <a:pt x="95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95" y="2215"/>
                    <a:pt x="202" y="2215"/>
                  </a:cubicBezTo>
                  <a:lnTo>
                    <a:pt x="2024" y="2215"/>
                  </a:lnTo>
                  <a:cubicBezTo>
                    <a:pt x="2131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68"/>
            <p:cNvSpPr/>
            <p:nvPr/>
          </p:nvSpPr>
          <p:spPr>
            <a:xfrm>
              <a:off x="855450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37" y="2215"/>
                  </a:lnTo>
                  <a:cubicBezTo>
                    <a:pt x="2144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68"/>
            <p:cNvSpPr/>
            <p:nvPr/>
          </p:nvSpPr>
          <p:spPr>
            <a:xfrm>
              <a:off x="933150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203" y="0"/>
                  </a:moveTo>
                  <a:cubicBezTo>
                    <a:pt x="95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95" y="2215"/>
                    <a:pt x="203" y="2215"/>
                  </a:cubicBezTo>
                  <a:lnTo>
                    <a:pt x="2036" y="2215"/>
                  </a:lnTo>
                  <a:cubicBezTo>
                    <a:pt x="2143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68"/>
            <p:cNvSpPr/>
            <p:nvPr/>
          </p:nvSpPr>
          <p:spPr>
            <a:xfrm>
              <a:off x="1011125" y="2338525"/>
              <a:ext cx="55400" cy="55375"/>
            </a:xfrm>
            <a:custGeom>
              <a:avLst/>
              <a:gdLst/>
              <a:ahLst/>
              <a:cxnLst/>
              <a:rect l="l" t="t" r="r" b="b"/>
              <a:pathLst>
                <a:path w="2216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68"/>
            <p:cNvSpPr/>
            <p:nvPr/>
          </p:nvSpPr>
          <p:spPr>
            <a:xfrm>
              <a:off x="1088825" y="233852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2215" h="2215" extrusionOk="0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1"/>
                    <a:pt x="2215" y="2024"/>
                  </a:cubicBezTo>
                  <a:lnTo>
                    <a:pt x="2215" y="191"/>
                  </a:lnTo>
                  <a:cubicBezTo>
                    <a:pt x="2215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68"/>
            <p:cNvSpPr/>
            <p:nvPr/>
          </p:nvSpPr>
          <p:spPr>
            <a:xfrm>
              <a:off x="1166500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84" y="2215"/>
                    <a:pt x="191" y="2215"/>
                  </a:cubicBezTo>
                  <a:lnTo>
                    <a:pt x="2025" y="2215"/>
                  </a:lnTo>
                  <a:cubicBezTo>
                    <a:pt x="2132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68"/>
            <p:cNvSpPr/>
            <p:nvPr/>
          </p:nvSpPr>
          <p:spPr>
            <a:xfrm>
              <a:off x="1244200" y="2338525"/>
              <a:ext cx="55675" cy="55375"/>
            </a:xfrm>
            <a:custGeom>
              <a:avLst/>
              <a:gdLst/>
              <a:ahLst/>
              <a:cxnLst/>
              <a:rect l="l" t="t" r="r" b="b"/>
              <a:pathLst>
                <a:path w="2227" h="2215" extrusionOk="0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lnTo>
                    <a:pt x="0" y="2024"/>
                  </a:lnTo>
                  <a:cubicBezTo>
                    <a:pt x="0" y="2131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68"/>
            <p:cNvSpPr/>
            <p:nvPr/>
          </p:nvSpPr>
          <p:spPr>
            <a:xfrm>
              <a:off x="1321875" y="2338525"/>
              <a:ext cx="55700" cy="55375"/>
            </a:xfrm>
            <a:custGeom>
              <a:avLst/>
              <a:gdLst/>
              <a:ahLst/>
              <a:cxnLst/>
              <a:rect l="l" t="t" r="r" b="b"/>
              <a:pathLst>
                <a:path w="2228" h="2215" extrusionOk="0">
                  <a:moveTo>
                    <a:pt x="203" y="0"/>
                  </a:moveTo>
                  <a:cubicBezTo>
                    <a:pt x="96" y="0"/>
                    <a:pt x="1" y="83"/>
                    <a:pt x="1" y="191"/>
                  </a:cubicBezTo>
                  <a:lnTo>
                    <a:pt x="1" y="2024"/>
                  </a:lnTo>
                  <a:cubicBezTo>
                    <a:pt x="1" y="2131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1"/>
                    <a:pt x="2227" y="2024"/>
                  </a:cubicBezTo>
                  <a:lnTo>
                    <a:pt x="2227" y="191"/>
                  </a:lnTo>
                  <a:cubicBezTo>
                    <a:pt x="2227" y="83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68"/>
            <p:cNvSpPr/>
            <p:nvPr/>
          </p:nvSpPr>
          <p:spPr>
            <a:xfrm>
              <a:off x="1377550" y="2248325"/>
              <a:ext cx="77700" cy="145575"/>
            </a:xfrm>
            <a:custGeom>
              <a:avLst/>
              <a:gdLst/>
              <a:ahLst/>
              <a:cxnLst/>
              <a:rect l="l" t="t" r="r" b="b"/>
              <a:pathLst>
                <a:path w="3108" h="5823" extrusionOk="0">
                  <a:moveTo>
                    <a:pt x="655" y="0"/>
                  </a:moveTo>
                  <a:cubicBezTo>
                    <a:pt x="286" y="0"/>
                    <a:pt x="0" y="310"/>
                    <a:pt x="0" y="691"/>
                  </a:cubicBezTo>
                  <a:lnTo>
                    <a:pt x="0" y="1667"/>
                  </a:lnTo>
                  <a:cubicBezTo>
                    <a:pt x="0" y="2048"/>
                    <a:pt x="286" y="2358"/>
                    <a:pt x="655" y="2358"/>
                  </a:cubicBezTo>
                  <a:lnTo>
                    <a:pt x="893" y="2358"/>
                  </a:lnTo>
                  <a:lnTo>
                    <a:pt x="893" y="4965"/>
                  </a:lnTo>
                  <a:cubicBezTo>
                    <a:pt x="893" y="5442"/>
                    <a:pt x="1250" y="5823"/>
                    <a:pt x="1703" y="5823"/>
                  </a:cubicBezTo>
                  <a:lnTo>
                    <a:pt x="2298" y="5823"/>
                  </a:lnTo>
                  <a:cubicBezTo>
                    <a:pt x="2739" y="5823"/>
                    <a:pt x="3108" y="5442"/>
                    <a:pt x="3108" y="4965"/>
                  </a:cubicBezTo>
                  <a:lnTo>
                    <a:pt x="3108" y="1667"/>
                  </a:lnTo>
                  <a:lnTo>
                    <a:pt x="3108" y="1560"/>
                  </a:lnTo>
                  <a:lnTo>
                    <a:pt x="3108" y="691"/>
                  </a:lnTo>
                  <a:cubicBezTo>
                    <a:pt x="3108" y="310"/>
                    <a:pt x="2822" y="0"/>
                    <a:pt x="2453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68"/>
            <p:cNvSpPr/>
            <p:nvPr/>
          </p:nvSpPr>
          <p:spPr>
            <a:xfrm>
              <a:off x="1244200" y="2428400"/>
              <a:ext cx="55675" cy="55400"/>
            </a:xfrm>
            <a:custGeom>
              <a:avLst/>
              <a:gdLst/>
              <a:ahLst/>
              <a:cxnLst/>
              <a:rect l="l" t="t" r="r" b="b"/>
              <a:pathLst>
                <a:path w="2227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68"/>
            <p:cNvSpPr/>
            <p:nvPr/>
          </p:nvSpPr>
          <p:spPr>
            <a:xfrm>
              <a:off x="1321875" y="2428400"/>
              <a:ext cx="55700" cy="55400"/>
            </a:xfrm>
            <a:custGeom>
              <a:avLst/>
              <a:gdLst/>
              <a:ahLst/>
              <a:cxnLst/>
              <a:rect l="l" t="t" r="r" b="b"/>
              <a:pathLst>
                <a:path w="2228" h="2216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15"/>
                    <a:pt x="203" y="2215"/>
                  </a:cubicBezTo>
                  <a:lnTo>
                    <a:pt x="2025" y="2215"/>
                  </a:lnTo>
                  <a:cubicBezTo>
                    <a:pt x="2144" y="2215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68"/>
            <p:cNvSpPr/>
            <p:nvPr/>
          </p:nvSpPr>
          <p:spPr>
            <a:xfrm>
              <a:off x="1399875" y="2428400"/>
              <a:ext cx="55375" cy="55400"/>
            </a:xfrm>
            <a:custGeom>
              <a:avLst/>
              <a:gdLst/>
              <a:ahLst/>
              <a:cxnLst/>
              <a:rect l="l" t="t" r="r" b="b"/>
              <a:pathLst>
                <a:path w="2215" h="2216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15"/>
                    <a:pt x="191" y="2215"/>
                  </a:cubicBezTo>
                  <a:lnTo>
                    <a:pt x="2024" y="2215"/>
                  </a:lnTo>
                  <a:cubicBezTo>
                    <a:pt x="2131" y="2215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68"/>
            <p:cNvSpPr/>
            <p:nvPr/>
          </p:nvSpPr>
          <p:spPr>
            <a:xfrm>
              <a:off x="700075" y="2420675"/>
              <a:ext cx="522125" cy="55675"/>
            </a:xfrm>
            <a:custGeom>
              <a:avLst/>
              <a:gdLst/>
              <a:ahLst/>
              <a:cxnLst/>
              <a:rect l="l" t="t" r="r" b="b"/>
              <a:pathLst>
                <a:path w="20885" h="2227" extrusionOk="0">
                  <a:moveTo>
                    <a:pt x="179" y="0"/>
                  </a:moveTo>
                  <a:cubicBezTo>
                    <a:pt x="84" y="0"/>
                    <a:pt x="1" y="83"/>
                    <a:pt x="1" y="191"/>
                  </a:cubicBezTo>
                  <a:lnTo>
                    <a:pt x="1" y="2048"/>
                  </a:lnTo>
                  <a:cubicBezTo>
                    <a:pt x="1" y="2143"/>
                    <a:pt x="84" y="2227"/>
                    <a:pt x="179" y="2227"/>
                  </a:cubicBezTo>
                  <a:lnTo>
                    <a:pt x="20694" y="2227"/>
                  </a:lnTo>
                  <a:cubicBezTo>
                    <a:pt x="20801" y="2227"/>
                    <a:pt x="20884" y="2143"/>
                    <a:pt x="20884" y="2048"/>
                  </a:cubicBezTo>
                  <a:lnTo>
                    <a:pt x="20884" y="191"/>
                  </a:lnTo>
                  <a:cubicBezTo>
                    <a:pt x="20884" y="83"/>
                    <a:pt x="20801" y="0"/>
                    <a:pt x="2069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68"/>
            <p:cNvSpPr/>
            <p:nvPr/>
          </p:nvSpPr>
          <p:spPr>
            <a:xfrm>
              <a:off x="467000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68"/>
            <p:cNvSpPr/>
            <p:nvPr/>
          </p:nvSpPr>
          <p:spPr>
            <a:xfrm>
              <a:off x="58755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2"/>
                    <a:pt x="2216" y="2025"/>
                  </a:cubicBezTo>
                  <a:lnTo>
                    <a:pt x="2216" y="191"/>
                  </a:lnTo>
                  <a:cubicBezTo>
                    <a:pt x="2216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68"/>
            <p:cNvSpPr/>
            <p:nvPr/>
          </p:nvSpPr>
          <p:spPr>
            <a:xfrm>
              <a:off x="66525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68"/>
            <p:cNvSpPr/>
            <p:nvPr/>
          </p:nvSpPr>
          <p:spPr>
            <a:xfrm>
              <a:off x="742950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6" y="2132"/>
                    <a:pt x="2226" y="2025"/>
                  </a:cubicBezTo>
                  <a:lnTo>
                    <a:pt x="2226" y="191"/>
                  </a:lnTo>
                  <a:cubicBezTo>
                    <a:pt x="2226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68"/>
            <p:cNvSpPr/>
            <p:nvPr/>
          </p:nvSpPr>
          <p:spPr>
            <a:xfrm>
              <a:off x="820625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68"/>
            <p:cNvSpPr/>
            <p:nvPr/>
          </p:nvSpPr>
          <p:spPr>
            <a:xfrm>
              <a:off x="898325" y="2240875"/>
              <a:ext cx="55675" cy="55700"/>
            </a:xfrm>
            <a:custGeom>
              <a:avLst/>
              <a:gdLst/>
              <a:ahLst/>
              <a:cxnLst/>
              <a:rect l="l" t="t" r="r" b="b"/>
              <a:pathLst>
                <a:path w="2227" h="2228" extrusionOk="0">
                  <a:moveTo>
                    <a:pt x="202" y="1"/>
                  </a:moveTo>
                  <a:cubicBezTo>
                    <a:pt x="95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43" y="2227"/>
                    <a:pt x="2227" y="2132"/>
                    <a:pt x="2227" y="2025"/>
                  </a:cubicBezTo>
                  <a:lnTo>
                    <a:pt x="2227" y="191"/>
                  </a:lnTo>
                  <a:cubicBezTo>
                    <a:pt x="2227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68"/>
            <p:cNvSpPr/>
            <p:nvPr/>
          </p:nvSpPr>
          <p:spPr>
            <a:xfrm>
              <a:off x="976300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68"/>
            <p:cNvSpPr/>
            <p:nvPr/>
          </p:nvSpPr>
          <p:spPr>
            <a:xfrm>
              <a:off x="1054000" y="2240875"/>
              <a:ext cx="55375" cy="55700"/>
            </a:xfrm>
            <a:custGeom>
              <a:avLst/>
              <a:gdLst/>
              <a:ahLst/>
              <a:cxnLst/>
              <a:rect l="l" t="t" r="r" b="b"/>
              <a:pathLst>
                <a:path w="2215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68"/>
            <p:cNvSpPr/>
            <p:nvPr/>
          </p:nvSpPr>
          <p:spPr>
            <a:xfrm>
              <a:off x="1131675" y="2240875"/>
              <a:ext cx="55400" cy="55700"/>
            </a:xfrm>
            <a:custGeom>
              <a:avLst/>
              <a:gdLst/>
              <a:ahLst/>
              <a:cxnLst/>
              <a:rect l="l" t="t" r="r" b="b"/>
              <a:pathLst>
                <a:path w="2216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68"/>
            <p:cNvSpPr/>
            <p:nvPr/>
          </p:nvSpPr>
          <p:spPr>
            <a:xfrm>
              <a:off x="1209375" y="2240875"/>
              <a:ext cx="55375" cy="55700"/>
            </a:xfrm>
            <a:custGeom>
              <a:avLst/>
              <a:gdLst/>
              <a:ahLst/>
              <a:cxnLst/>
              <a:rect l="l" t="t" r="r" b="b"/>
              <a:pathLst>
                <a:path w="2215" h="2228" extrusionOk="0">
                  <a:moveTo>
                    <a:pt x="191" y="1"/>
                  </a:moveTo>
                  <a:cubicBezTo>
                    <a:pt x="83" y="1"/>
                    <a:pt x="0" y="84"/>
                    <a:pt x="0" y="191"/>
                  </a:cubicBezTo>
                  <a:lnTo>
                    <a:pt x="0" y="2025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1" y="1"/>
                    <a:pt x="2024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68"/>
            <p:cNvSpPr/>
            <p:nvPr/>
          </p:nvSpPr>
          <p:spPr>
            <a:xfrm>
              <a:off x="1287050" y="2240875"/>
              <a:ext cx="55700" cy="55700"/>
            </a:xfrm>
            <a:custGeom>
              <a:avLst/>
              <a:gdLst/>
              <a:ahLst/>
              <a:cxnLst/>
              <a:rect l="l" t="t" r="r" b="b"/>
              <a:pathLst>
                <a:path w="2228" h="2228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2025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15" y="2025"/>
                  </a:cubicBezTo>
                  <a:lnTo>
                    <a:pt x="2215" y="191"/>
                  </a:lnTo>
                  <a:cubicBezTo>
                    <a:pt x="2215" y="84"/>
                    <a:pt x="2132" y="1"/>
                    <a:pt x="2025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68"/>
            <p:cNvSpPr/>
            <p:nvPr/>
          </p:nvSpPr>
          <p:spPr>
            <a:xfrm>
              <a:off x="467000" y="2240875"/>
              <a:ext cx="95275" cy="55700"/>
            </a:xfrm>
            <a:custGeom>
              <a:avLst/>
              <a:gdLst/>
              <a:ahLst/>
              <a:cxnLst/>
              <a:rect l="l" t="t" r="r" b="b"/>
              <a:pathLst>
                <a:path w="3811" h="2228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lnTo>
                    <a:pt x="1" y="1965"/>
                  </a:lnTo>
                  <a:cubicBezTo>
                    <a:pt x="1" y="2108"/>
                    <a:pt x="108" y="2227"/>
                    <a:pt x="251" y="2227"/>
                  </a:cubicBezTo>
                  <a:lnTo>
                    <a:pt x="3549" y="2227"/>
                  </a:lnTo>
                  <a:cubicBezTo>
                    <a:pt x="3692" y="2227"/>
                    <a:pt x="3811" y="2108"/>
                    <a:pt x="3811" y="1965"/>
                  </a:cubicBezTo>
                  <a:lnTo>
                    <a:pt x="3811" y="251"/>
                  </a:lnTo>
                  <a:cubicBezTo>
                    <a:pt x="3811" y="108"/>
                    <a:pt x="3692" y="1"/>
                    <a:pt x="3549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68"/>
            <p:cNvSpPr/>
            <p:nvPr/>
          </p:nvSpPr>
          <p:spPr>
            <a:xfrm>
              <a:off x="544700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8"/>
            <p:cNvSpPr/>
            <p:nvPr/>
          </p:nvSpPr>
          <p:spPr>
            <a:xfrm>
              <a:off x="622375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43"/>
                    <a:pt x="2216" y="2036"/>
                  </a:cubicBezTo>
                  <a:lnTo>
                    <a:pt x="2216" y="203"/>
                  </a:lnTo>
                  <a:cubicBezTo>
                    <a:pt x="2216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68"/>
            <p:cNvSpPr/>
            <p:nvPr/>
          </p:nvSpPr>
          <p:spPr>
            <a:xfrm>
              <a:off x="700075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68"/>
            <p:cNvSpPr/>
            <p:nvPr/>
          </p:nvSpPr>
          <p:spPr>
            <a:xfrm>
              <a:off x="777775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2" y="0"/>
                  </a:moveTo>
                  <a:cubicBezTo>
                    <a:pt x="95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31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8"/>
            <p:cNvSpPr/>
            <p:nvPr/>
          </p:nvSpPr>
          <p:spPr>
            <a:xfrm>
              <a:off x="855450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68"/>
            <p:cNvSpPr/>
            <p:nvPr/>
          </p:nvSpPr>
          <p:spPr>
            <a:xfrm>
              <a:off x="933150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5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95" y="2227"/>
                    <a:pt x="203" y="2227"/>
                  </a:cubicBezTo>
                  <a:lnTo>
                    <a:pt x="2036" y="2227"/>
                  </a:lnTo>
                  <a:cubicBezTo>
                    <a:pt x="2143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68"/>
            <p:cNvSpPr/>
            <p:nvPr/>
          </p:nvSpPr>
          <p:spPr>
            <a:xfrm>
              <a:off x="1011125" y="2150100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68"/>
            <p:cNvSpPr/>
            <p:nvPr/>
          </p:nvSpPr>
          <p:spPr>
            <a:xfrm>
              <a:off x="1088825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68"/>
            <p:cNvSpPr/>
            <p:nvPr/>
          </p:nvSpPr>
          <p:spPr>
            <a:xfrm>
              <a:off x="1166500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191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68"/>
            <p:cNvSpPr/>
            <p:nvPr/>
          </p:nvSpPr>
          <p:spPr>
            <a:xfrm>
              <a:off x="1244200" y="2150100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68"/>
            <p:cNvSpPr/>
            <p:nvPr/>
          </p:nvSpPr>
          <p:spPr>
            <a:xfrm>
              <a:off x="1321875" y="2150100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6"/>
                    <a:pt x="1" y="203"/>
                  </a:cubicBezTo>
                  <a:lnTo>
                    <a:pt x="1" y="2036"/>
                  </a:lnTo>
                  <a:cubicBezTo>
                    <a:pt x="1" y="2143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43"/>
                    <a:pt x="2227" y="2036"/>
                  </a:cubicBezTo>
                  <a:lnTo>
                    <a:pt x="2227" y="203"/>
                  </a:lnTo>
                  <a:cubicBezTo>
                    <a:pt x="2227" y="96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68"/>
            <p:cNvSpPr/>
            <p:nvPr/>
          </p:nvSpPr>
          <p:spPr>
            <a:xfrm>
              <a:off x="1399875" y="2150100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6"/>
                    <a:pt x="0" y="203"/>
                  </a:cubicBezTo>
                  <a:lnTo>
                    <a:pt x="0" y="2036"/>
                  </a:lnTo>
                  <a:cubicBezTo>
                    <a:pt x="0" y="2143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43"/>
                    <a:pt x="2215" y="2036"/>
                  </a:cubicBezTo>
                  <a:lnTo>
                    <a:pt x="2215" y="203"/>
                  </a:lnTo>
                  <a:cubicBezTo>
                    <a:pt x="2215" y="96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68"/>
            <p:cNvSpPr/>
            <p:nvPr/>
          </p:nvSpPr>
          <p:spPr>
            <a:xfrm>
              <a:off x="467000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68"/>
            <p:cNvSpPr/>
            <p:nvPr/>
          </p:nvSpPr>
          <p:spPr>
            <a:xfrm>
              <a:off x="544700" y="23307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68"/>
            <p:cNvSpPr/>
            <p:nvPr/>
          </p:nvSpPr>
          <p:spPr>
            <a:xfrm>
              <a:off x="622375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2"/>
                    <a:pt x="2216" y="2024"/>
                  </a:cubicBezTo>
                  <a:lnTo>
                    <a:pt x="2216" y="203"/>
                  </a:lnTo>
                  <a:cubicBezTo>
                    <a:pt x="2216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68"/>
            <p:cNvSpPr/>
            <p:nvPr/>
          </p:nvSpPr>
          <p:spPr>
            <a:xfrm>
              <a:off x="467000" y="24206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68"/>
            <p:cNvSpPr/>
            <p:nvPr/>
          </p:nvSpPr>
          <p:spPr>
            <a:xfrm>
              <a:off x="544700" y="24206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4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68"/>
            <p:cNvSpPr/>
            <p:nvPr/>
          </p:nvSpPr>
          <p:spPr>
            <a:xfrm>
              <a:off x="622375" y="24206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6" y="2131"/>
                    <a:pt x="2216" y="2024"/>
                  </a:cubicBezTo>
                  <a:lnTo>
                    <a:pt x="2216" y="203"/>
                  </a:lnTo>
                  <a:cubicBezTo>
                    <a:pt x="2216" y="95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68"/>
            <p:cNvSpPr/>
            <p:nvPr/>
          </p:nvSpPr>
          <p:spPr>
            <a:xfrm>
              <a:off x="700075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68"/>
            <p:cNvSpPr/>
            <p:nvPr/>
          </p:nvSpPr>
          <p:spPr>
            <a:xfrm>
              <a:off x="777775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2" y="0"/>
                  </a:moveTo>
                  <a:cubicBezTo>
                    <a:pt x="95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95" y="2227"/>
                    <a:pt x="202" y="2227"/>
                  </a:cubicBezTo>
                  <a:lnTo>
                    <a:pt x="2024" y="2227"/>
                  </a:lnTo>
                  <a:cubicBezTo>
                    <a:pt x="2131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68"/>
            <p:cNvSpPr/>
            <p:nvPr/>
          </p:nvSpPr>
          <p:spPr>
            <a:xfrm>
              <a:off x="855450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68"/>
            <p:cNvSpPr/>
            <p:nvPr/>
          </p:nvSpPr>
          <p:spPr>
            <a:xfrm>
              <a:off x="933150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203" y="0"/>
                  </a:moveTo>
                  <a:cubicBezTo>
                    <a:pt x="95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95" y="2227"/>
                    <a:pt x="203" y="2227"/>
                  </a:cubicBezTo>
                  <a:lnTo>
                    <a:pt x="2036" y="2227"/>
                  </a:lnTo>
                  <a:cubicBezTo>
                    <a:pt x="2143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3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68"/>
            <p:cNvSpPr/>
            <p:nvPr/>
          </p:nvSpPr>
          <p:spPr>
            <a:xfrm>
              <a:off x="1011125" y="2330775"/>
              <a:ext cx="55400" cy="55675"/>
            </a:xfrm>
            <a:custGeom>
              <a:avLst/>
              <a:gdLst/>
              <a:ahLst/>
              <a:cxnLst/>
              <a:rect l="l" t="t" r="r" b="b"/>
              <a:pathLst>
                <a:path w="2216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68"/>
            <p:cNvSpPr/>
            <p:nvPr/>
          </p:nvSpPr>
          <p:spPr>
            <a:xfrm>
              <a:off x="1088825" y="23307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2"/>
                    <a:pt x="2215" y="2024"/>
                  </a:cubicBezTo>
                  <a:lnTo>
                    <a:pt x="2215" y="203"/>
                  </a:lnTo>
                  <a:cubicBezTo>
                    <a:pt x="2215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68"/>
            <p:cNvSpPr/>
            <p:nvPr/>
          </p:nvSpPr>
          <p:spPr>
            <a:xfrm>
              <a:off x="1166500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191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84" y="2227"/>
                    <a:pt x="191" y="2227"/>
                  </a:cubicBezTo>
                  <a:lnTo>
                    <a:pt x="2025" y="2227"/>
                  </a:lnTo>
                  <a:cubicBezTo>
                    <a:pt x="2132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2" y="0"/>
                    <a:pt x="202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68"/>
            <p:cNvSpPr/>
            <p:nvPr/>
          </p:nvSpPr>
          <p:spPr>
            <a:xfrm>
              <a:off x="1244200" y="23307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84"/>
                    <a:pt x="0" y="203"/>
                  </a:cubicBezTo>
                  <a:lnTo>
                    <a:pt x="0" y="2024"/>
                  </a:lnTo>
                  <a:cubicBezTo>
                    <a:pt x="0" y="2132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68"/>
            <p:cNvSpPr/>
            <p:nvPr/>
          </p:nvSpPr>
          <p:spPr>
            <a:xfrm>
              <a:off x="1321875" y="23307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84"/>
                    <a:pt x="1" y="203"/>
                  </a:cubicBezTo>
                  <a:lnTo>
                    <a:pt x="1" y="2024"/>
                  </a:lnTo>
                  <a:cubicBezTo>
                    <a:pt x="1" y="2132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2"/>
                    <a:pt x="2227" y="2024"/>
                  </a:cubicBezTo>
                  <a:lnTo>
                    <a:pt x="2227" y="203"/>
                  </a:lnTo>
                  <a:cubicBezTo>
                    <a:pt x="2227" y="84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68"/>
            <p:cNvSpPr/>
            <p:nvPr/>
          </p:nvSpPr>
          <p:spPr>
            <a:xfrm>
              <a:off x="1377550" y="2240875"/>
              <a:ext cx="77700" cy="145575"/>
            </a:xfrm>
            <a:custGeom>
              <a:avLst/>
              <a:gdLst/>
              <a:ahLst/>
              <a:cxnLst/>
              <a:rect l="l" t="t" r="r" b="b"/>
              <a:pathLst>
                <a:path w="3108" h="5823" extrusionOk="0">
                  <a:moveTo>
                    <a:pt x="655" y="1"/>
                  </a:moveTo>
                  <a:cubicBezTo>
                    <a:pt x="286" y="1"/>
                    <a:pt x="0" y="310"/>
                    <a:pt x="0" y="691"/>
                  </a:cubicBezTo>
                  <a:lnTo>
                    <a:pt x="0" y="1668"/>
                  </a:lnTo>
                  <a:cubicBezTo>
                    <a:pt x="0" y="2049"/>
                    <a:pt x="286" y="2358"/>
                    <a:pt x="655" y="2358"/>
                  </a:cubicBezTo>
                  <a:lnTo>
                    <a:pt x="893" y="2358"/>
                  </a:lnTo>
                  <a:lnTo>
                    <a:pt x="893" y="4954"/>
                  </a:lnTo>
                  <a:cubicBezTo>
                    <a:pt x="893" y="5430"/>
                    <a:pt x="1250" y="5823"/>
                    <a:pt x="1703" y="5823"/>
                  </a:cubicBezTo>
                  <a:lnTo>
                    <a:pt x="2298" y="5823"/>
                  </a:lnTo>
                  <a:cubicBezTo>
                    <a:pt x="2739" y="5823"/>
                    <a:pt x="3108" y="5430"/>
                    <a:pt x="3108" y="4954"/>
                  </a:cubicBezTo>
                  <a:lnTo>
                    <a:pt x="3108" y="1668"/>
                  </a:lnTo>
                  <a:lnTo>
                    <a:pt x="3108" y="1560"/>
                  </a:lnTo>
                  <a:lnTo>
                    <a:pt x="3108" y="691"/>
                  </a:lnTo>
                  <a:cubicBezTo>
                    <a:pt x="3108" y="310"/>
                    <a:pt x="2822" y="1"/>
                    <a:pt x="2453" y="1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68"/>
            <p:cNvSpPr/>
            <p:nvPr/>
          </p:nvSpPr>
          <p:spPr>
            <a:xfrm>
              <a:off x="1244200" y="2420675"/>
              <a:ext cx="55675" cy="55675"/>
            </a:xfrm>
            <a:custGeom>
              <a:avLst/>
              <a:gdLst/>
              <a:ahLst/>
              <a:cxnLst/>
              <a:rect l="l" t="t" r="r" b="b"/>
              <a:pathLst>
                <a:path w="2227" h="2227" extrusionOk="0">
                  <a:moveTo>
                    <a:pt x="191" y="0"/>
                  </a:moveTo>
                  <a:cubicBezTo>
                    <a:pt x="83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27" y="2131"/>
                    <a:pt x="2227" y="2024"/>
                  </a:cubicBezTo>
                  <a:lnTo>
                    <a:pt x="2227" y="203"/>
                  </a:lnTo>
                  <a:cubicBezTo>
                    <a:pt x="2227" y="95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68"/>
            <p:cNvSpPr/>
            <p:nvPr/>
          </p:nvSpPr>
          <p:spPr>
            <a:xfrm>
              <a:off x="1321875" y="2420675"/>
              <a:ext cx="55700" cy="55675"/>
            </a:xfrm>
            <a:custGeom>
              <a:avLst/>
              <a:gdLst/>
              <a:ahLst/>
              <a:cxnLst/>
              <a:rect l="l" t="t" r="r" b="b"/>
              <a:pathLst>
                <a:path w="2228" h="2227" extrusionOk="0">
                  <a:moveTo>
                    <a:pt x="203" y="0"/>
                  </a:moveTo>
                  <a:cubicBezTo>
                    <a:pt x="96" y="0"/>
                    <a:pt x="1" y="95"/>
                    <a:pt x="1" y="203"/>
                  </a:cubicBezTo>
                  <a:lnTo>
                    <a:pt x="1" y="2024"/>
                  </a:lnTo>
                  <a:cubicBezTo>
                    <a:pt x="1" y="2131"/>
                    <a:pt x="96" y="2227"/>
                    <a:pt x="203" y="2227"/>
                  </a:cubicBezTo>
                  <a:lnTo>
                    <a:pt x="2037" y="2227"/>
                  </a:lnTo>
                  <a:cubicBezTo>
                    <a:pt x="2144" y="2227"/>
                    <a:pt x="2227" y="2131"/>
                    <a:pt x="2227" y="2024"/>
                  </a:cubicBezTo>
                  <a:lnTo>
                    <a:pt x="2227" y="203"/>
                  </a:lnTo>
                  <a:cubicBezTo>
                    <a:pt x="2227" y="95"/>
                    <a:pt x="2144" y="0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8"/>
            <p:cNvSpPr/>
            <p:nvPr/>
          </p:nvSpPr>
          <p:spPr>
            <a:xfrm>
              <a:off x="1399875" y="2420675"/>
              <a:ext cx="55375" cy="55675"/>
            </a:xfrm>
            <a:custGeom>
              <a:avLst/>
              <a:gdLst/>
              <a:ahLst/>
              <a:cxnLst/>
              <a:rect l="l" t="t" r="r" b="b"/>
              <a:pathLst>
                <a:path w="2215" h="2227" extrusionOk="0">
                  <a:moveTo>
                    <a:pt x="191" y="0"/>
                  </a:moveTo>
                  <a:cubicBezTo>
                    <a:pt x="83" y="0"/>
                    <a:pt x="0" y="95"/>
                    <a:pt x="0" y="203"/>
                  </a:cubicBezTo>
                  <a:lnTo>
                    <a:pt x="0" y="2024"/>
                  </a:lnTo>
                  <a:cubicBezTo>
                    <a:pt x="0" y="2131"/>
                    <a:pt x="83" y="2227"/>
                    <a:pt x="191" y="2227"/>
                  </a:cubicBezTo>
                  <a:lnTo>
                    <a:pt x="2024" y="2227"/>
                  </a:lnTo>
                  <a:cubicBezTo>
                    <a:pt x="2131" y="2227"/>
                    <a:pt x="2215" y="2131"/>
                    <a:pt x="2215" y="2024"/>
                  </a:cubicBezTo>
                  <a:lnTo>
                    <a:pt x="2215" y="203"/>
                  </a:lnTo>
                  <a:cubicBezTo>
                    <a:pt x="2215" y="95"/>
                    <a:pt x="2131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0" name="Google Shape;2120;p68"/>
          <p:cNvGrpSpPr/>
          <p:nvPr/>
        </p:nvGrpSpPr>
        <p:grpSpPr>
          <a:xfrm rot="-2700000" flipH="1">
            <a:off x="7970333" y="943305"/>
            <a:ext cx="1316015" cy="1867916"/>
            <a:chOff x="1801400" y="1718664"/>
            <a:chExt cx="640972" cy="909778"/>
          </a:xfrm>
        </p:grpSpPr>
        <p:sp>
          <p:nvSpPr>
            <p:cNvPr id="2121" name="Google Shape;2121;p68"/>
            <p:cNvSpPr/>
            <p:nvPr/>
          </p:nvSpPr>
          <p:spPr>
            <a:xfrm>
              <a:off x="2087331" y="1718664"/>
              <a:ext cx="355041" cy="909778"/>
            </a:xfrm>
            <a:custGeom>
              <a:avLst/>
              <a:gdLst/>
              <a:ahLst/>
              <a:cxnLst/>
              <a:rect l="l" t="t" r="r" b="b"/>
              <a:pathLst>
                <a:path w="6180" h="15836" extrusionOk="0">
                  <a:moveTo>
                    <a:pt x="0" y="0"/>
                  </a:moveTo>
                  <a:lnTo>
                    <a:pt x="0" y="15836"/>
                  </a:lnTo>
                  <a:lnTo>
                    <a:pt x="1298" y="15836"/>
                  </a:lnTo>
                  <a:cubicBezTo>
                    <a:pt x="2417" y="15836"/>
                    <a:pt x="3418" y="15383"/>
                    <a:pt x="4251" y="14645"/>
                  </a:cubicBezTo>
                  <a:cubicBezTo>
                    <a:pt x="5525" y="13550"/>
                    <a:pt x="6180" y="11895"/>
                    <a:pt x="6180" y="10216"/>
                  </a:cubicBezTo>
                  <a:lnTo>
                    <a:pt x="6180" y="5608"/>
                  </a:lnTo>
                  <a:cubicBezTo>
                    <a:pt x="6180" y="3929"/>
                    <a:pt x="5525" y="2286"/>
                    <a:pt x="4251" y="1179"/>
                  </a:cubicBezTo>
                  <a:cubicBezTo>
                    <a:pt x="3418" y="441"/>
                    <a:pt x="2417" y="0"/>
                    <a:pt x="1298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68"/>
            <p:cNvSpPr/>
            <p:nvPr/>
          </p:nvSpPr>
          <p:spPr>
            <a:xfrm>
              <a:off x="1801400" y="1718664"/>
              <a:ext cx="560252" cy="909778"/>
            </a:xfrm>
            <a:custGeom>
              <a:avLst/>
              <a:gdLst/>
              <a:ahLst/>
              <a:cxnLst/>
              <a:rect l="l" t="t" r="r" b="b"/>
              <a:pathLst>
                <a:path w="9752" h="15836" extrusionOk="0">
                  <a:moveTo>
                    <a:pt x="4977" y="0"/>
                  </a:moveTo>
                  <a:cubicBezTo>
                    <a:pt x="2977" y="0"/>
                    <a:pt x="1227" y="1370"/>
                    <a:pt x="751" y="3310"/>
                  </a:cubicBezTo>
                  <a:cubicBezTo>
                    <a:pt x="13" y="6263"/>
                    <a:pt x="1" y="9347"/>
                    <a:pt x="810" y="12561"/>
                  </a:cubicBezTo>
                  <a:cubicBezTo>
                    <a:pt x="1287" y="14490"/>
                    <a:pt x="3037" y="15836"/>
                    <a:pt x="5025" y="15836"/>
                  </a:cubicBezTo>
                  <a:cubicBezTo>
                    <a:pt x="7692" y="15836"/>
                    <a:pt x="9752" y="13443"/>
                    <a:pt x="9323" y="10811"/>
                  </a:cubicBezTo>
                  <a:cubicBezTo>
                    <a:pt x="9002" y="8882"/>
                    <a:pt x="9002" y="6942"/>
                    <a:pt x="9323" y="5013"/>
                  </a:cubicBezTo>
                  <a:cubicBezTo>
                    <a:pt x="9752" y="2382"/>
                    <a:pt x="7692" y="0"/>
                    <a:pt x="5025" y="0"/>
                  </a:cubicBezTo>
                  <a:close/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68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extrusionOk="0">
                  <a:moveTo>
                    <a:pt x="655" y="0"/>
                  </a:moveTo>
                  <a:lnTo>
                    <a:pt x="655" y="0"/>
                  </a:lnTo>
                  <a:cubicBezTo>
                    <a:pt x="655" y="1"/>
                    <a:pt x="0" y="1894"/>
                    <a:pt x="60" y="4418"/>
                  </a:cubicBezTo>
                  <a:lnTo>
                    <a:pt x="655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68"/>
            <p:cNvSpPr/>
            <p:nvPr/>
          </p:nvSpPr>
          <p:spPr>
            <a:xfrm>
              <a:off x="2058606" y="1718664"/>
              <a:ext cx="37687" cy="253814"/>
            </a:xfrm>
            <a:custGeom>
              <a:avLst/>
              <a:gdLst/>
              <a:ahLst/>
              <a:cxnLst/>
              <a:rect l="l" t="t" r="r" b="b"/>
              <a:pathLst>
                <a:path w="656" h="4418" fill="none" extrusionOk="0">
                  <a:moveTo>
                    <a:pt x="655" y="0"/>
                  </a:moveTo>
                  <a:cubicBezTo>
                    <a:pt x="655" y="0"/>
                    <a:pt x="0" y="1893"/>
                    <a:pt x="60" y="4418"/>
                  </a:cubicBezTo>
                </a:path>
              </a:pathLst>
            </a:custGeom>
            <a:noFill/>
            <a:ln w="285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5" name="Google Shape;2125;p68"/>
          <p:cNvGrpSpPr/>
          <p:nvPr/>
        </p:nvGrpSpPr>
        <p:grpSpPr>
          <a:xfrm>
            <a:off x="382612" y="134475"/>
            <a:ext cx="1408778" cy="809700"/>
            <a:chOff x="1970600" y="969525"/>
            <a:chExt cx="675900" cy="809700"/>
          </a:xfrm>
        </p:grpSpPr>
        <p:sp>
          <p:nvSpPr>
            <p:cNvPr id="2126" name="Google Shape;2126;p68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68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Cmd</a:t>
              </a: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2128" name="Google Shape;2128;p68"/>
          <p:cNvGrpSpPr/>
          <p:nvPr/>
        </p:nvGrpSpPr>
        <p:grpSpPr>
          <a:xfrm>
            <a:off x="6493112" y="2399250"/>
            <a:ext cx="1408778" cy="809700"/>
            <a:chOff x="1970600" y="969525"/>
            <a:chExt cx="675900" cy="809700"/>
          </a:xfrm>
        </p:grpSpPr>
        <p:sp>
          <p:nvSpPr>
            <p:cNvPr id="2129" name="Google Shape;2129;p68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68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Ctrl</a:t>
              </a: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2131" name="Google Shape;2131;p68"/>
          <p:cNvGrpSpPr/>
          <p:nvPr/>
        </p:nvGrpSpPr>
        <p:grpSpPr>
          <a:xfrm>
            <a:off x="2164175" y="751575"/>
            <a:ext cx="675900" cy="809700"/>
            <a:chOff x="1970600" y="969525"/>
            <a:chExt cx="675900" cy="809700"/>
          </a:xfrm>
        </p:grpSpPr>
        <p:sp>
          <p:nvSpPr>
            <p:cNvPr id="2132" name="Google Shape;2132;p68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68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A</a:t>
              </a: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2134" name="Google Shape;2134;p68"/>
          <p:cNvGrpSpPr/>
          <p:nvPr/>
        </p:nvGrpSpPr>
        <p:grpSpPr>
          <a:xfrm>
            <a:off x="284850" y="3754275"/>
            <a:ext cx="675900" cy="809700"/>
            <a:chOff x="1970600" y="969525"/>
            <a:chExt cx="675900" cy="809700"/>
          </a:xfrm>
        </p:grpSpPr>
        <p:sp>
          <p:nvSpPr>
            <p:cNvPr id="2135" name="Google Shape;2135;p68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68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Z</a:t>
              </a: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2137" name="Google Shape;2137;p68"/>
          <p:cNvGrpSpPr/>
          <p:nvPr/>
        </p:nvGrpSpPr>
        <p:grpSpPr>
          <a:xfrm>
            <a:off x="8349675" y="4272025"/>
            <a:ext cx="675900" cy="809700"/>
            <a:chOff x="1970600" y="969525"/>
            <a:chExt cx="675900" cy="809700"/>
          </a:xfrm>
        </p:grpSpPr>
        <p:sp>
          <p:nvSpPr>
            <p:cNvPr id="2138" name="Google Shape;2138;p68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68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C</a:t>
              </a: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grpSp>
        <p:nvGrpSpPr>
          <p:cNvPr id="2140" name="Google Shape;2140;p68"/>
          <p:cNvGrpSpPr/>
          <p:nvPr/>
        </p:nvGrpSpPr>
        <p:grpSpPr>
          <a:xfrm>
            <a:off x="7226000" y="-22350"/>
            <a:ext cx="675900" cy="809700"/>
            <a:chOff x="1970600" y="969525"/>
            <a:chExt cx="675900" cy="809700"/>
          </a:xfrm>
        </p:grpSpPr>
        <p:sp>
          <p:nvSpPr>
            <p:cNvPr id="2141" name="Google Shape;2141;p68"/>
            <p:cNvSpPr/>
            <p:nvPr/>
          </p:nvSpPr>
          <p:spPr>
            <a:xfrm>
              <a:off x="1970600" y="11033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2520000" algn="bl" rotWithShape="0">
                <a:schemeClr val="lt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68"/>
            <p:cNvSpPr/>
            <p:nvPr/>
          </p:nvSpPr>
          <p:spPr>
            <a:xfrm>
              <a:off x="1970600" y="969525"/>
              <a:ext cx="675900" cy="675900"/>
            </a:xfrm>
            <a:prstGeom prst="roundRect">
              <a:avLst>
                <a:gd name="adj" fmla="val 10841"/>
              </a:avLst>
            </a:prstGeom>
            <a:solidFill>
              <a:schemeClr val="accen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+</a:t>
              </a:r>
              <a:endParaRPr sz="24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sp>
        <p:nvSpPr>
          <p:cNvPr id="2143" name="Google Shape;2143;p68"/>
          <p:cNvSpPr txBox="1"/>
          <p:nvPr/>
        </p:nvSpPr>
        <p:spPr>
          <a:xfrm>
            <a:off x="2840000" y="4291750"/>
            <a:ext cx="346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Please keep this slide for attribution</a:t>
            </a:r>
            <a:endParaRPr sz="1200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e &amp; Keyboard Efficient Use Workshop by Slidesgo">
  <a:themeElements>
    <a:clrScheme name="Simple Light">
      <a:dk1>
        <a:srgbClr val="415A75"/>
      </a:dk1>
      <a:lt1>
        <a:srgbClr val="7CACE1"/>
      </a:lt1>
      <a:dk2>
        <a:srgbClr val="BFE2EC"/>
      </a:dk2>
      <a:lt2>
        <a:srgbClr val="E7FFFF"/>
      </a:lt2>
      <a:accent1>
        <a:srgbClr val="FFFDD1"/>
      </a:accent1>
      <a:accent2>
        <a:srgbClr val="FEE4A7"/>
      </a:accent2>
      <a:accent3>
        <a:srgbClr val="FFE0E1"/>
      </a:accent3>
      <a:accent4>
        <a:srgbClr val="FFFFFF"/>
      </a:accent4>
      <a:accent5>
        <a:srgbClr val="FFFFFF"/>
      </a:accent5>
      <a:accent6>
        <a:srgbClr val="FCCBCD"/>
      </a:accent6>
      <a:hlink>
        <a:srgbClr val="415A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PresentationFormat>Presentación en pantalla (16:9)</PresentationFormat>
  <Paragraphs>79</Paragraphs>
  <Slides>18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Fredoka One</vt:lpstr>
      <vt:lpstr>Karla Medium</vt:lpstr>
      <vt:lpstr>Karla</vt:lpstr>
      <vt:lpstr>Mouse &amp; Keyboard Efficient Use Workshop by Slidesgo</vt:lpstr>
      <vt:lpstr>Propuesta de Proyecto Programación de sistemas Móviles</vt:lpstr>
      <vt:lpstr>OKTO  </vt:lpstr>
      <vt:lpstr>Para qué sirve?</vt:lpstr>
      <vt:lpstr>Objetivos de la app</vt:lpstr>
      <vt:lpstr>Qué problemas resuelve?</vt:lpstr>
      <vt:lpstr>Mockups</vt:lpstr>
      <vt:lpstr>DASHBOARD</vt:lpstr>
      <vt:lpstr>Eventos</vt:lpstr>
      <vt:lpstr>Okto work time</vt:lpstr>
      <vt:lpstr>Friends</vt:lpstr>
      <vt:lpstr>Friends</vt:lpstr>
      <vt:lpstr>Perfil</vt:lpstr>
      <vt:lpstr>Diagrama de flujo</vt:lpstr>
      <vt:lpstr>— okto</vt:lpstr>
      <vt:lpstr>Posible escalabilidad</vt:lpstr>
      <vt:lpstr>Concept art para Okto</vt:lpstr>
      <vt:lpstr>— okto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Fátima Salazar Loyola</dc:creator>
  <cp:lastModifiedBy>Fátima Salazar Loyola</cp:lastModifiedBy>
  <cp:revision>1</cp:revision>
  <dcterms:modified xsi:type="dcterms:W3CDTF">2026-02-24T20:47:43Z</dcterms:modified>
</cp:coreProperties>
</file>